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85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s-CL" sz="1800" b="0" u="none" strike="noStrike">
                <a:solidFill>
                  <a:schemeClr val="dk1"/>
                </a:solidFill>
                <a:effectLst/>
                <a:uFillTx/>
                <a:latin typeface="Calibri"/>
              </a:rPr>
              <a:t>Pulse para desplazar la diapositiva</a:t>
            </a:r>
          </a:p>
        </p:txBody>
      </p:sp>
      <p:sp>
        <p:nvSpPr>
          <p:cNvPr id="6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s-ES" sz="2000" b="0" u="none" strike="noStrike">
                <a:solidFill>
                  <a:srgbClr val="000000"/>
                </a:solidFill>
                <a:effectLst/>
                <a:uFillTx/>
                <a:latin typeface="Arial"/>
              </a:rPr>
              <a:t>Pulse para editar el formato de las notas</a:t>
            </a:r>
          </a:p>
        </p:txBody>
      </p:sp>
      <p:sp>
        <p:nvSpPr>
          <p:cNvPr id="6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s-ES" sz="1400" b="0" u="none" strike="noStrike">
                <a:solidFill>
                  <a:srgbClr val="000000"/>
                </a:solidFill>
                <a:effectLst/>
                <a:uFillTx/>
                <a:latin typeface="Times New Roman"/>
              </a:rPr>
              <a:t>&lt;cabecera&gt;</a:t>
            </a:r>
          </a:p>
        </p:txBody>
      </p:sp>
      <p:sp>
        <p:nvSpPr>
          <p:cNvPr id="69"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p>
        </p:txBody>
      </p:sp>
      <p:sp>
        <p:nvSpPr>
          <p:cNvPr id="70"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&lt;pie de página&gt;</a:t>
            </a:r>
          </a:p>
        </p:txBody>
      </p:sp>
      <p:sp>
        <p:nvSpPr>
          <p:cNvPr id="71"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0E3E5F05-98BC-49BA-A16C-75F823EA38DF}" type="slidenum">
              <a:rPr lang="es-ES" sz="1400" b="0" u="none" strike="noStrike">
                <a:solidFill>
                  <a:srgbClr val="000000"/>
                </a:solidFill>
                <a:effectLst/>
                <a:uFillTx/>
                <a:latin typeface="Times New Roman"/>
              </a:rPr>
              <a:t>‹Nº›</a:t>
            </a:fld>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noRot="1" noChangeAspect="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s-ES" sz="1800" b="0" u="none" strike="noStrike">
              <a:solidFill>
                <a:srgbClr val="000000"/>
              </a:solidFill>
              <a:effectLst/>
              <a:uFillTx/>
              <a:latin typeface="Arial"/>
            </a:endParaRPr>
          </a:p>
        </p:txBody>
      </p:sp>
      <p:sp>
        <p:nvSpPr>
          <p:cNvPr id="19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ES_tradnl" sz="1200" b="0" u="none" strike="noStrike">
                <a:solidFill>
                  <a:schemeClr val="dk1"/>
                </a:solidFill>
                <a:effectLst/>
                <a:uFillTx/>
                <a:latin typeface="+mn-lt"/>
                <a:ea typeface="+mn-ea"/>
              </a:defRPr>
            </a:lvl1pPr>
          </a:lstStyle>
          <a:p>
            <a:pPr indent="0" algn="r" defTabSz="914400">
              <a:lnSpc>
                <a:spcPct val="100000"/>
              </a:lnSpc>
              <a:buNone/>
            </a:pPr>
            <a:fld id="{45107AC6-E3CB-44D2-A025-1AE7AC811BD7}" type="slidenum">
              <a:rPr lang="es-ES_tradnl" sz="1200" b="0" u="none" strike="noStrike">
                <a:solidFill>
                  <a:schemeClr val="dk1"/>
                </a:solidFill>
                <a:effectLst/>
                <a:uFillTx/>
                <a:latin typeface="+mn-lt"/>
                <a:ea typeface="+mn-ea"/>
              </a:rPr>
              <a:t>1</a:t>
            </a:fld>
            <a:endParaRPr lang="es-E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noRot="1" noChangeAspect="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s-ES" sz="1800" b="0" u="none" strike="noStrike">
              <a:solidFill>
                <a:srgbClr val="000000"/>
              </a:solidFill>
              <a:effectLst/>
              <a:uFillTx/>
              <a:latin typeface="Arial"/>
            </a:endParaRPr>
          </a:p>
        </p:txBody>
      </p:sp>
      <p:sp>
        <p:nvSpPr>
          <p:cNvPr id="19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ES_tradnl" sz="1200" b="0" u="none" strike="noStrike">
                <a:solidFill>
                  <a:schemeClr val="dk1"/>
                </a:solidFill>
                <a:effectLst/>
                <a:uFillTx/>
                <a:latin typeface="+mn-lt"/>
                <a:ea typeface="+mn-ea"/>
              </a:defRPr>
            </a:lvl1pPr>
          </a:lstStyle>
          <a:p>
            <a:pPr indent="0" algn="r" defTabSz="914400">
              <a:lnSpc>
                <a:spcPct val="100000"/>
              </a:lnSpc>
              <a:buNone/>
            </a:pPr>
            <a:fld id="{50ED1EBB-5D45-47C5-AC1C-98381373EBB1}" type="slidenum">
              <a:rPr lang="es-ES_tradnl" sz="1200" b="0" u="none" strike="noStrike">
                <a:solidFill>
                  <a:schemeClr val="dk1"/>
                </a:solidFill>
                <a:effectLst/>
                <a:uFillTx/>
                <a:latin typeface="+mn-lt"/>
                <a:ea typeface="+mn-ea"/>
              </a:rPr>
              <a:t>2</a:t>
            </a:fld>
            <a:endParaRPr lang="es-E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noRot="1" noChangeAspect="1"/>
          </p:cNvSpPr>
          <p:nvPr>
            <p:ph type="sldImg"/>
          </p:nvPr>
        </p:nvSpPr>
        <p:spPr>
          <a:xfrm>
            <a:off x="685800" y="1143000"/>
            <a:ext cx="5486400" cy="308610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defTabSz="914400">
              <a:lnSpc>
                <a:spcPct val="100000"/>
              </a:lnSpc>
              <a:buNone/>
              <a:tabLst>
                <a:tab pos="0" algn="l"/>
              </a:tabLst>
            </a:pPr>
            <a:endParaRPr lang="es-ES" sz="2000" b="0" u="none" strike="noStrike">
              <a:solidFill>
                <a:srgbClr val="000000"/>
              </a:solidFill>
              <a:effectLst/>
              <a:uFillTx/>
              <a:latin typeface="Arial"/>
            </a:endParaRPr>
          </a:p>
        </p:txBody>
      </p:sp>
      <p:sp>
        <p:nvSpPr>
          <p:cNvPr id="19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549F3489-9E21-44F1-93C8-EF1606D41B6A}" type="slidenum">
              <a:rPr lang="es-CL" sz="1200" b="0" u="none" strike="noStrike">
                <a:solidFill>
                  <a:schemeClr val="dk1"/>
                </a:solidFill>
                <a:effectLst/>
                <a:uFillTx/>
                <a:latin typeface="+mn-lt"/>
                <a:ea typeface="+mn-ea"/>
              </a:rPr>
              <a:t>3</a:t>
            </a:fld>
            <a:endParaRPr lang="es-E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noRot="1" noChangeAspect="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defTabSz="914400">
              <a:lnSpc>
                <a:spcPct val="100000"/>
              </a:lnSpc>
              <a:buNone/>
              <a:tabLst>
                <a:tab pos="0" algn="l"/>
              </a:tabLst>
            </a:pPr>
            <a:endParaRPr lang="es-ES" sz="2000" b="0" u="none" strike="noStrike">
              <a:solidFill>
                <a:srgbClr val="000000"/>
              </a:solidFill>
              <a:effectLst/>
              <a:uFillTx/>
              <a:latin typeface="Arial"/>
            </a:endParaRPr>
          </a:p>
        </p:txBody>
      </p:sp>
      <p:sp>
        <p:nvSpPr>
          <p:cNvPr id="19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A909AFA1-D1C7-4490-8E39-CA70DC773CA8}" type="slidenum">
              <a:rPr lang="es-CL" sz="1200" b="0" u="none" strike="noStrike">
                <a:solidFill>
                  <a:schemeClr val="dk1"/>
                </a:solidFill>
                <a:effectLst/>
                <a:uFillTx/>
                <a:latin typeface="+mn-lt"/>
                <a:ea typeface="+mn-ea"/>
              </a:rPr>
              <a:t>4</a:t>
            </a:fld>
            <a:endParaRPr lang="es-E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noRot="1" noChangeAspect="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defTabSz="914400">
              <a:lnSpc>
                <a:spcPct val="100000"/>
              </a:lnSpc>
              <a:buNone/>
              <a:tabLst>
                <a:tab pos="0" algn="l"/>
              </a:tabLst>
            </a:pPr>
            <a:endParaRPr lang="es-ES" sz="2000" b="0" u="none" strike="noStrike">
              <a:solidFill>
                <a:srgbClr val="000000"/>
              </a:solidFill>
              <a:effectLst/>
              <a:uFillTx/>
              <a:latin typeface="Arial"/>
            </a:endParaRPr>
          </a:p>
        </p:txBody>
      </p:sp>
      <p:sp>
        <p:nvSpPr>
          <p:cNvPr id="20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98DD6E57-2959-4A50-997C-C39FC764A476}" type="slidenum">
              <a:rPr lang="es-CL" sz="1200" b="0" u="none" strike="noStrike">
                <a:solidFill>
                  <a:schemeClr val="dk1"/>
                </a:solidFill>
                <a:effectLst/>
                <a:uFillTx/>
                <a:latin typeface="+mn-lt"/>
                <a:ea typeface="+mn-ea"/>
              </a:rPr>
              <a:t>5</a:t>
            </a:fld>
            <a:endParaRPr lang="es-E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noRot="1" noChangeAspect="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defTabSz="914400">
              <a:lnSpc>
                <a:spcPct val="100000"/>
              </a:lnSpc>
              <a:buNone/>
              <a:tabLst>
                <a:tab pos="0" algn="l"/>
              </a:tabLst>
            </a:pPr>
            <a:endParaRPr lang="es-ES" sz="2000" b="0" u="none" strike="noStrike">
              <a:solidFill>
                <a:srgbClr val="000000"/>
              </a:solidFill>
              <a:effectLst/>
              <a:uFillTx/>
              <a:latin typeface="Arial"/>
            </a:endParaRPr>
          </a:p>
        </p:txBody>
      </p:sp>
      <p:sp>
        <p:nvSpPr>
          <p:cNvPr id="20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26A02C05-F9E2-4946-B33E-706085D622AD}" type="slidenum">
              <a:rPr lang="es-CL" sz="1200" b="0" u="none" strike="noStrike">
                <a:solidFill>
                  <a:schemeClr val="dk1"/>
                </a:solidFill>
                <a:effectLst/>
                <a:uFillTx/>
                <a:latin typeface="+mn-lt"/>
                <a:ea typeface="+mn-ea"/>
              </a:rPr>
              <a:t>6</a:t>
            </a:fld>
            <a:endParaRPr lang="es-E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noRot="1" noChangeAspect="1"/>
          </p:cNvSpPr>
          <p:nvPr>
            <p:ph type="sldImg"/>
          </p:nvPr>
        </p:nvSpPr>
        <p:spPr>
          <a:xfrm>
            <a:off x="685800" y="1143000"/>
            <a:ext cx="5486040" cy="3085920"/>
          </a:xfrm>
          <a:prstGeom prst="rect">
            <a:avLst/>
          </a:prstGeom>
          <a:ln w="0">
            <a:noFill/>
          </a:ln>
        </p:spPr>
      </p:sp>
      <p:sp>
        <p:nvSpPr>
          <p:cNvPr id="2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defTabSz="914400">
              <a:lnSpc>
                <a:spcPct val="100000"/>
              </a:lnSpc>
              <a:buNone/>
              <a:tabLst>
                <a:tab pos="0" algn="l"/>
              </a:tabLst>
            </a:pPr>
            <a:endParaRPr lang="es-ES" sz="2000" b="0" u="none" strike="noStrike">
              <a:solidFill>
                <a:srgbClr val="000000"/>
              </a:solidFill>
              <a:effectLst/>
              <a:uFillTx/>
              <a:latin typeface="Arial"/>
            </a:endParaRPr>
          </a:p>
        </p:txBody>
      </p:sp>
      <p:sp>
        <p:nvSpPr>
          <p:cNvPr id="208"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96DABE4D-E3B6-4E78-BD30-77FBFF6B8115}" type="slidenum">
              <a:rPr lang="es-CL" sz="1200" b="0" u="none" strike="noStrike">
                <a:solidFill>
                  <a:schemeClr val="dk1"/>
                </a:solidFill>
                <a:effectLst/>
                <a:uFillTx/>
                <a:latin typeface="+mn-lt"/>
                <a:ea typeface="+mn-ea"/>
              </a:rPr>
              <a:t>7</a:t>
            </a:fld>
            <a:endParaRPr lang="es-E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noRot="1" noChangeAspect="1"/>
          </p:cNvSpPr>
          <p:nvPr>
            <p:ph type="sldImg"/>
          </p:nvPr>
        </p:nvSpPr>
        <p:spPr>
          <a:xfrm>
            <a:off x="685800" y="1143000"/>
            <a:ext cx="5486040" cy="3085920"/>
          </a:xfrm>
          <a:prstGeom prst="rect">
            <a:avLst/>
          </a:prstGeom>
          <a:ln w="0">
            <a:noFill/>
          </a:ln>
        </p:spPr>
      </p:sp>
      <p:sp>
        <p:nvSpPr>
          <p:cNvPr id="2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defTabSz="914400">
              <a:lnSpc>
                <a:spcPct val="100000"/>
              </a:lnSpc>
              <a:buNone/>
              <a:tabLst>
                <a:tab pos="0" algn="l"/>
              </a:tabLst>
            </a:pPr>
            <a:endParaRPr lang="es-ES" sz="2000" b="0" u="none" strike="noStrike">
              <a:solidFill>
                <a:srgbClr val="000000"/>
              </a:solidFill>
              <a:effectLst/>
              <a:uFillTx/>
              <a:latin typeface="Arial"/>
            </a:endParaRPr>
          </a:p>
        </p:txBody>
      </p:sp>
      <p:sp>
        <p:nvSpPr>
          <p:cNvPr id="21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L" sz="1200" b="0" u="none" strike="noStrike">
                <a:solidFill>
                  <a:schemeClr val="dk1"/>
                </a:solidFill>
                <a:effectLst/>
                <a:uFillTx/>
                <a:latin typeface="+mn-lt"/>
                <a:ea typeface="+mn-ea"/>
              </a:defRPr>
            </a:lvl1pPr>
          </a:lstStyle>
          <a:p>
            <a:pPr indent="0" algn="r" defTabSz="914400">
              <a:lnSpc>
                <a:spcPct val="100000"/>
              </a:lnSpc>
              <a:buNone/>
            </a:pPr>
            <a:fld id="{DA6CB2FA-6B91-411D-8287-DC50D44C7FB3}" type="slidenum">
              <a:rPr lang="es-CL" sz="1200" b="0" u="none" strike="noStrike">
                <a:solidFill>
                  <a:schemeClr val="dk1"/>
                </a:solidFill>
                <a:effectLst/>
                <a:uFillTx/>
                <a:latin typeface="+mn-lt"/>
                <a:ea typeface="+mn-ea"/>
              </a:rPr>
              <a:t>8</a:t>
            </a:fld>
            <a:endParaRPr lang="es-E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noRot="1" noChangeAspect="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s-ES_tradnl" sz="2000" b="0" u="none" strike="noStrike">
                <a:solidFill>
                  <a:srgbClr val="000000"/>
                </a:solidFill>
                <a:effectLst/>
                <a:uFillTx/>
                <a:latin typeface="Arial"/>
              </a:rPr>
              <a:t> </a:t>
            </a:r>
            <a:endParaRPr lang="es-ES" sz="2000" b="0" u="none" strike="noStrike">
              <a:solidFill>
                <a:srgbClr val="000000"/>
              </a:solidFill>
              <a:effectLst/>
              <a:uFillTx/>
              <a:latin typeface="Arial"/>
            </a:endParaRPr>
          </a:p>
        </p:txBody>
      </p:sp>
      <p:sp>
        <p:nvSpPr>
          <p:cNvPr id="21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ES_tradnl" sz="1200" b="0" u="none" strike="noStrike">
                <a:solidFill>
                  <a:schemeClr val="dk1"/>
                </a:solidFill>
                <a:effectLst/>
                <a:uFillTx/>
                <a:latin typeface="+mn-lt"/>
                <a:ea typeface="+mn-ea"/>
              </a:defRPr>
            </a:lvl1pPr>
          </a:lstStyle>
          <a:p>
            <a:pPr indent="0" algn="r" defTabSz="914400">
              <a:lnSpc>
                <a:spcPct val="100000"/>
              </a:lnSpc>
              <a:buNone/>
            </a:pPr>
            <a:fld id="{5BA9F742-6021-4D67-9AEB-1BD63ABF0EBD}" type="slidenum">
              <a:rPr lang="es-ES_tradnl" sz="1200" b="0" u="none" strike="noStrike">
                <a:solidFill>
                  <a:schemeClr val="dk1"/>
                </a:solidFill>
                <a:effectLst/>
                <a:uFillTx/>
                <a:latin typeface="+mn-lt"/>
                <a:ea typeface="+mn-ea"/>
              </a:rPr>
              <a:t>16</a:t>
            </a:fld>
            <a:endParaRPr lang="es-E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s-ES" sz="6000" b="0" u="none" strike="noStrike">
                <a:solidFill>
                  <a:schemeClr val="dk1"/>
                </a:solidFill>
                <a:effectLst/>
                <a:uFillTx/>
                <a:latin typeface="Calibri Light"/>
              </a:rPr>
              <a:t>Haga clic para modificar el estilo de título del patrón</a:t>
            </a:r>
            <a:endParaRPr lang="es-CL"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251EF899-0F7C-43C8-B0A6-1459064BC376}"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ítulo y texto vertical">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1F9D8EE1-3623-4EEF-9C3A-75B80A8630EF}"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16E8BE78-AFCA-46FE-8B46-A041C463D83B}"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Título y objetos">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ES_tradnl" sz="4400" b="0" u="none" strike="noStrike">
                <a:solidFill>
                  <a:schemeClr val="dk1"/>
                </a:solidFill>
                <a:effectLst/>
                <a:uFillTx/>
                <a:latin typeface="Calibri Light"/>
              </a:rPr>
              <a:t>Clic para editar título</a:t>
            </a:r>
            <a:endParaRPr lang="es-CL" sz="4400" b="0" u="none" strike="noStrike">
              <a:solidFill>
                <a:schemeClr val="dk1"/>
              </a:solidFill>
              <a:effectLst/>
              <a:uFillTx/>
              <a:latin typeface="Calibri"/>
            </a:endParaRPr>
          </a:p>
        </p:txBody>
      </p:sp>
      <p:sp>
        <p:nvSpPr>
          <p:cNvPr id="17" name="PlaceHolder 2"/>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es-ES" sz="1200" b="0" u="none" strike="noStrike">
                <a:solidFill>
                  <a:srgbClr val="8B8B8B"/>
                </a:solidFill>
                <a:effectLst/>
                <a:uFillTx/>
                <a:latin typeface="Calibri"/>
              </a:defRPr>
            </a:lvl1pPr>
          </a:lstStyle>
          <a:p>
            <a:pPr indent="0" defTabSz="457200">
              <a:lnSpc>
                <a:spcPct val="100000"/>
              </a:lnSpc>
              <a:buNone/>
            </a:pPr>
            <a:r>
              <a:rPr lang="es-ES" sz="1200" b="0" u="none" strike="noStrike">
                <a:solidFill>
                  <a:srgbClr val="8B8B8B"/>
                </a:solidFill>
                <a:effectLst/>
                <a:uFillTx/>
                <a:latin typeface="Calibri"/>
              </a:rPr>
              <a:t>&lt;fecha/hora&gt;</a:t>
            </a:r>
            <a:endParaRPr lang="es-ES" sz="1200" b="0" u="none" strike="noStrike">
              <a:solidFill>
                <a:srgbClr val="000000"/>
              </a:solidFill>
              <a:effectLst/>
              <a:uFillTx/>
              <a:latin typeface="Times New Roman"/>
            </a:endParaRPr>
          </a:p>
        </p:txBody>
      </p:sp>
      <p:sp>
        <p:nvSpPr>
          <p:cNvPr id="18" name="PlaceHolder 3"/>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9" name="PlaceHolder 4"/>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s-ES" sz="1200" b="0" u="none" strike="noStrike">
                <a:solidFill>
                  <a:srgbClr val="8B8B8B"/>
                </a:solidFill>
                <a:effectLst/>
                <a:uFillTx/>
                <a:latin typeface="Calibri"/>
              </a:defRPr>
            </a:lvl1pPr>
          </a:lstStyle>
          <a:p>
            <a:pPr indent="0" algn="r" defTabSz="457200">
              <a:lnSpc>
                <a:spcPct val="100000"/>
              </a:lnSpc>
              <a:buNone/>
            </a:pPr>
            <a:fld id="{B4220323-4804-42AB-8C55-CA11393ED8C9}" type="slidenum">
              <a:rPr lang="es-ES" sz="1200" b="0" u="none" strike="noStrike">
                <a:solidFill>
                  <a:srgbClr val="8B8B8B"/>
                </a:solidFill>
                <a:effectLst/>
                <a:uFillTx/>
                <a:latin typeface="Calibri"/>
              </a:rPr>
              <a:t>‹Nº›</a:t>
            </a:fld>
            <a:endParaRPr lang="es-ES" sz="1200" b="0" u="none" strike="noStrike">
              <a:solidFill>
                <a:srgbClr val="000000"/>
              </a:solidFill>
              <a:effectLst/>
              <a:uFillTx/>
              <a:latin typeface="Times New Roman"/>
            </a:endParaRPr>
          </a:p>
        </p:txBody>
      </p:sp>
      <p:sp>
        <p:nvSpPr>
          <p:cNvPr id="20" name="PlaceHolder 5"/>
          <p:cNvSpPr>
            <a:spLocks noGrp="1"/>
          </p:cNvSpPr>
          <p:nvPr>
            <p:ph type="body"/>
          </p:nvPr>
        </p:nvSpPr>
        <p:spPr>
          <a:xfrm>
            <a:off x="609480" y="1600200"/>
            <a:ext cx="10972440" cy="45255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C00000"/>
              </a:buClr>
              <a:buFont typeface="Arial"/>
              <a:buChar char="•"/>
            </a:pPr>
            <a:r>
              <a:rPr lang="es-ES_tradnl" sz="2800" b="0" u="none" strike="noStrike">
                <a:solidFill>
                  <a:schemeClr val="dk1"/>
                </a:solidFill>
                <a:effectLst/>
                <a:uFillTx/>
                <a:latin typeface="Calibri"/>
              </a:rPr>
              <a:t>Haga clic para modificar el estilo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C00000"/>
              </a:buClr>
              <a:buFont typeface="Arial"/>
              <a:buChar char="•"/>
            </a:pPr>
            <a:r>
              <a:rPr lang="es-ES_tradnl"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C00000"/>
              </a:buClr>
              <a:buFont typeface="Arial"/>
              <a:buChar char="•"/>
            </a:pPr>
            <a:r>
              <a:rPr lang="es-ES_tradnl"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C00000"/>
              </a:buClr>
              <a:buFont typeface="Arial"/>
              <a:buChar char="•"/>
            </a:pPr>
            <a:r>
              <a:rPr lang="es-ES_tradnl"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C00000"/>
              </a:buClr>
              <a:buFont typeface="Arial"/>
              <a:buChar char="•"/>
            </a:pPr>
            <a:r>
              <a:rPr lang="es-ES_tradnl"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ítulo y objetos">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a:endParaRPr>
          </a:p>
        </p:txBody>
      </p:sp>
      <p:sp>
        <p:nvSpPr>
          <p:cNvPr id="22"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CBA622DE-75CE-48ED-9D4C-3C6B293DA490}"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cabezado de sección">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s-ES" sz="6000" b="0" u="none" strike="noStrike">
                <a:solidFill>
                  <a:schemeClr val="dk1"/>
                </a:solidFill>
                <a:effectLst/>
                <a:uFillTx/>
                <a:latin typeface="Calibri Light"/>
              </a:rPr>
              <a:t>Haga clic para modificar el estilo de título del patrón</a:t>
            </a:r>
            <a:endParaRPr lang="es-CL" sz="6000" b="0" u="none" strike="noStrike">
              <a:solidFill>
                <a:schemeClr val="dk1"/>
              </a:solidFill>
              <a:effectLst/>
              <a:uFillTx/>
              <a:latin typeface="Calibri"/>
            </a:endParaRPr>
          </a:p>
        </p:txBody>
      </p:sp>
      <p:sp>
        <p:nvSpPr>
          <p:cNvPr id="27"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2400" b="0" u="none" strike="noStrike">
                <a:solidFill>
                  <a:schemeClr val="dk1">
                    <a:tint val="75000"/>
                  </a:schemeClr>
                </a:solidFill>
                <a:effectLst/>
                <a:uFillTx/>
                <a:latin typeface="Calibri"/>
              </a:rPr>
              <a:t>Haga clic para modificar los estilos de texto del patrón</a:t>
            </a:r>
            <a:endParaRPr lang="es-CL" sz="2400" b="0" u="none" strike="noStrike">
              <a:solidFill>
                <a:schemeClr val="dk1"/>
              </a:solidFill>
              <a:effectLst/>
              <a:uFillTx/>
              <a:latin typeface="Calibri"/>
            </a:endParaRPr>
          </a:p>
        </p:txBody>
      </p:sp>
      <p:sp>
        <p:nvSpPr>
          <p:cNvPr id="28"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9"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30"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7DD71589-23FE-4A67-BA2C-45F4252523F8}"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os objetos">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a:endParaRPr>
          </a:p>
        </p:txBody>
      </p:sp>
      <p:sp>
        <p:nvSpPr>
          <p:cNvPr id="32"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33"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34" name="PlaceHolder 4"/>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5" name="PlaceHolder 5"/>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36" name="PlaceHolder 6"/>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2AA9F0DD-15A3-4B64-BB4D-4EFF2C44ABDF}"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mparación">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a:endParaRPr>
          </a:p>
        </p:txBody>
      </p:sp>
      <p:sp>
        <p:nvSpPr>
          <p:cNvPr id="38"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CL" sz="2400" b="0" u="none" strike="noStrike">
              <a:solidFill>
                <a:schemeClr val="dk1"/>
              </a:solidFill>
              <a:effectLst/>
              <a:uFillTx/>
              <a:latin typeface="Calibri"/>
            </a:endParaRPr>
          </a:p>
        </p:txBody>
      </p:sp>
      <p:sp>
        <p:nvSpPr>
          <p:cNvPr id="39"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40"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CL" sz="2400" b="0" u="none" strike="noStrike">
              <a:solidFill>
                <a:schemeClr val="dk1"/>
              </a:solidFill>
              <a:effectLst/>
              <a:uFillTx/>
              <a:latin typeface="Calibri"/>
            </a:endParaRPr>
          </a:p>
        </p:txBody>
      </p:sp>
      <p:sp>
        <p:nvSpPr>
          <p:cNvPr id="41"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42" name="PlaceHolder 6"/>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3" name="PlaceHolder 7"/>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44" name="PlaceHolder 8"/>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089269C3-E774-420A-B1A8-4FAF2250DEAF}"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Solo el título">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a:endParaRPr>
          </a:p>
        </p:txBody>
      </p:sp>
      <p:sp>
        <p:nvSpPr>
          <p:cNvPr id="46" name="PlaceHolder 2"/>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7" name="PlaceHolder 3"/>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48" name="PlaceHolder 4"/>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91064773-4D14-4430-A42F-07970570366A}"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n blanco">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0" name="PlaceHolder 2"/>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1" name="PlaceHolder 3"/>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F0228585-AD73-4AE6-80C0-FE7A35A02F90}"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
        <p:nvSpPr>
          <p:cNvPr id="5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CL" sz="1800" b="0" u="none" strike="noStrike">
                <a:solidFill>
                  <a:schemeClr val="dk1"/>
                </a:solidFill>
                <a:effectLst/>
                <a:uFillTx/>
                <a:latin typeface="Calibri"/>
              </a:rPr>
              <a:t>Pulse para editar el formato del texto de título</a:t>
            </a:r>
          </a:p>
        </p:txBody>
      </p:sp>
      <p:sp>
        <p:nvSpPr>
          <p:cNvPr id="5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CL" sz="2800" b="0" u="none" strike="noStrike">
                <a:solidFill>
                  <a:schemeClr val="dk1"/>
                </a:solidFill>
                <a:effectLst/>
                <a:uFillTx/>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CL" sz="2000" b="0" u="none" strike="noStrike">
                <a:solidFill>
                  <a:schemeClr val="dk1"/>
                </a:solidFill>
                <a:effectLst/>
                <a:uFillTx/>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CL" sz="1800" b="0" u="none" strike="noStrike">
                <a:solidFill>
                  <a:schemeClr val="dk1"/>
                </a:solidFill>
                <a:effectLst/>
                <a:uFillTx/>
                <a:latin typeface="Calibri"/>
              </a:rPr>
              <a:t>Tercer nivel del esquema</a:t>
            </a:r>
          </a:p>
          <a:p>
            <a:pPr marL="1728000" lvl="3" indent="-216000">
              <a:lnSpc>
                <a:spcPct val="90000"/>
              </a:lnSpc>
              <a:spcBef>
                <a:spcPts val="567"/>
              </a:spcBef>
              <a:buClr>
                <a:srgbClr val="000000"/>
              </a:buClr>
              <a:buSzPct val="75000"/>
              <a:buFont typeface="Symbol" charset="2"/>
              <a:buChar char=""/>
            </a:pPr>
            <a:r>
              <a:rPr lang="es-CL" sz="1800" b="0" u="none" strike="noStrike">
                <a:solidFill>
                  <a:schemeClr val="dk1"/>
                </a:solidFill>
                <a:effectLst/>
                <a:uFillTx/>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Séptimo nivel del esquema</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ntenido con título">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CL"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3200" b="0" u="none" strike="noStrike">
                <a:solidFill>
                  <a:schemeClr val="dk1"/>
                </a:solidFill>
                <a:effectLst/>
                <a:uFillTx/>
                <a:latin typeface="Calibri"/>
              </a:rPr>
              <a:t>Haga clic para modificar los estilos de texto del patrón</a:t>
            </a:r>
            <a:endParaRPr lang="es-CL"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es-ES" sz="2800" b="0" u="none" strike="noStrike">
                <a:solidFill>
                  <a:schemeClr val="dk1"/>
                </a:solidFill>
                <a:effectLst/>
                <a:uFillTx/>
                <a:latin typeface="Calibri"/>
              </a:rPr>
              <a:t>Segundo nivel</a:t>
            </a:r>
            <a:endParaRPr lang="es-CL"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Tercer nivel</a:t>
            </a:r>
            <a:endParaRPr lang="es-CL"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Cuarto nivel</a:t>
            </a:r>
            <a:endParaRPr lang="es-CL"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Quinto nivel</a:t>
            </a:r>
            <a:endParaRPr lang="es-CL" sz="2000" b="0" u="none" strike="noStrik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CL"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BC373B8E-BAEA-423C-BB67-E4426A2EC54B}"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Imagen con título">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CL" sz="3200" b="0" u="none" strike="noStrike">
              <a:solidFill>
                <a:schemeClr val="dk1"/>
              </a:solidFill>
              <a:effectLst/>
              <a:uFillTx/>
              <a:latin typeface="Calibri"/>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s-CL" sz="3200" b="0" u="none" strike="noStrike">
                <a:solidFill>
                  <a:schemeClr val="dk1"/>
                </a:solidFill>
                <a:effectLst/>
                <a:uFillTx/>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CL" sz="3200" b="0" u="none" strike="noStrike">
                <a:solidFill>
                  <a:schemeClr val="dk1"/>
                </a:solidFill>
                <a:effectLst/>
                <a:uFillTx/>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CL" sz="3200" b="0" u="none" strike="noStrike">
                <a:solidFill>
                  <a:schemeClr val="dk1"/>
                </a:solidFill>
                <a:effectLst/>
                <a:uFillTx/>
                <a:latin typeface="Calibri"/>
              </a:rPr>
              <a:t>Tercer nivel del esquema</a:t>
            </a:r>
          </a:p>
          <a:p>
            <a:pPr marL="1728000" lvl="3" indent="-216000">
              <a:lnSpc>
                <a:spcPct val="90000"/>
              </a:lnSpc>
              <a:spcBef>
                <a:spcPts val="567"/>
              </a:spcBef>
              <a:buClr>
                <a:srgbClr val="000000"/>
              </a:buClr>
              <a:buSzPct val="75000"/>
              <a:buFont typeface="Symbol" charset="2"/>
              <a:buChar char=""/>
            </a:pPr>
            <a:r>
              <a:rPr lang="es-CL" sz="3200" b="0" u="none" strike="noStrike">
                <a:solidFill>
                  <a:schemeClr val="dk1"/>
                </a:solidFill>
                <a:effectLst/>
                <a:uFillTx/>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CL" sz="3200" b="0" u="none" strike="noStrike">
                <a:solidFill>
                  <a:schemeClr val="dk1"/>
                </a:solidFill>
                <a:effectLst/>
                <a:uFillTx/>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CL" sz="3200" b="0" u="none" strike="noStrike">
                <a:solidFill>
                  <a:schemeClr val="dk1"/>
                </a:solidFill>
                <a:effectLst/>
                <a:uFillTx/>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CL" sz="3200" b="0" u="none" strike="noStrike">
                <a:solidFill>
                  <a:schemeClr val="dk1"/>
                </a:solidFill>
                <a:effectLst/>
                <a:uFillTx/>
                <a:latin typeface="Calibri"/>
              </a:rPr>
              <a:t>Séptimo nivel del esquema</a:t>
            </a: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CL" sz="1600" b="0" u="none" strike="noStrike">
              <a:solidFill>
                <a:schemeClr val="dk1"/>
              </a:solidFill>
              <a:effectLst/>
              <a:uFillTx/>
              <a:latin typeface="Calibri"/>
            </a:endParaRPr>
          </a:p>
        </p:txBody>
      </p:sp>
      <p:sp>
        <p:nvSpPr>
          <p:cNvPr id="63"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L" sz="1200" b="0" u="none" strike="noStrike">
                <a:solidFill>
                  <a:schemeClr val="dk1">
                    <a:tint val="75000"/>
                  </a:schemeClr>
                </a:solidFill>
                <a:effectLst/>
                <a:uFillTx/>
                <a:latin typeface="Calibri"/>
              </a:defRPr>
            </a:lvl1pPr>
          </a:lstStyle>
          <a:p>
            <a:pPr indent="0" defTabSz="914400">
              <a:lnSpc>
                <a:spcPct val="100000"/>
              </a:lnSpc>
              <a:buNone/>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64"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65"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187F6B97-F1E6-474F-96A0-47C0B28A6F7E}" type="slidenum">
              <a:rPr lang="es-CL"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Imagen 12"/>
          <p:cNvPicPr/>
          <p:nvPr/>
        </p:nvPicPr>
        <p:blipFill>
          <a:blip r:embed="rId3"/>
          <a:stretch/>
        </p:blipFill>
        <p:spPr>
          <a:xfrm>
            <a:off x="1316160" y="2826360"/>
            <a:ext cx="10875600" cy="2227320"/>
          </a:xfrm>
          <a:prstGeom prst="rect">
            <a:avLst/>
          </a:prstGeom>
          <a:noFill/>
          <a:ln w="0">
            <a:noFill/>
          </a:ln>
        </p:spPr>
      </p:pic>
      <p:sp>
        <p:nvSpPr>
          <p:cNvPr id="73" name="Rectangle 18"/>
          <p:cNvSpPr/>
          <p:nvPr/>
        </p:nvSpPr>
        <p:spPr>
          <a:xfrm flipV="1">
            <a:off x="0" y="-17640"/>
            <a:ext cx="12191760" cy="35470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CL" sz="1800" b="0" u="none" strike="noStrike">
              <a:solidFill>
                <a:schemeClr val="lt1"/>
              </a:solidFill>
              <a:effectLst/>
              <a:uFillTx/>
              <a:latin typeface="Calibri"/>
            </a:endParaRPr>
          </a:p>
        </p:txBody>
      </p:sp>
      <p:pic>
        <p:nvPicPr>
          <p:cNvPr id="74" name="Imagen 11"/>
          <p:cNvPicPr/>
          <p:nvPr/>
        </p:nvPicPr>
        <p:blipFill>
          <a:blip r:embed="rId4"/>
          <a:stretch/>
        </p:blipFill>
        <p:spPr>
          <a:xfrm>
            <a:off x="558000" y="5803200"/>
            <a:ext cx="2745000" cy="940680"/>
          </a:xfrm>
          <a:prstGeom prst="rect">
            <a:avLst/>
          </a:prstGeom>
          <a:noFill/>
          <a:ln w="0">
            <a:noFill/>
          </a:ln>
        </p:spPr>
      </p:pic>
      <p:pic>
        <p:nvPicPr>
          <p:cNvPr id="75" name="Imagen 4"/>
          <p:cNvPicPr/>
          <p:nvPr/>
        </p:nvPicPr>
        <p:blipFill>
          <a:blip r:embed="rId5">
            <a:alphaModFix amt="6000"/>
          </a:blip>
          <a:stretch/>
        </p:blipFill>
        <p:spPr>
          <a:xfrm>
            <a:off x="0" y="373320"/>
            <a:ext cx="12191760" cy="3312360"/>
          </a:xfrm>
          <a:prstGeom prst="rect">
            <a:avLst/>
          </a:prstGeom>
          <a:noFill/>
          <a:ln w="0">
            <a:noFill/>
          </a:ln>
        </p:spPr>
      </p:pic>
      <p:pic>
        <p:nvPicPr>
          <p:cNvPr id="76" name="Imagen 8"/>
          <p:cNvPicPr/>
          <p:nvPr/>
        </p:nvPicPr>
        <p:blipFill>
          <a:blip r:embed="rId6"/>
          <a:stretch/>
        </p:blipFill>
        <p:spPr>
          <a:xfrm>
            <a:off x="0" y="3530520"/>
            <a:ext cx="3393720" cy="3327120"/>
          </a:xfrm>
          <a:prstGeom prst="rect">
            <a:avLst/>
          </a:prstGeom>
          <a:noFill/>
          <a:ln w="0">
            <a:noFill/>
          </a:ln>
        </p:spPr>
      </p:pic>
      <p:pic>
        <p:nvPicPr>
          <p:cNvPr id="77" name="Imagen 10"/>
          <p:cNvPicPr/>
          <p:nvPr/>
        </p:nvPicPr>
        <p:blipFill>
          <a:blip r:embed="rId7"/>
          <a:stretch/>
        </p:blipFill>
        <p:spPr>
          <a:xfrm>
            <a:off x="928080" y="1073160"/>
            <a:ext cx="2671560" cy="933480"/>
          </a:xfrm>
          <a:prstGeom prst="rect">
            <a:avLst/>
          </a:prstGeom>
          <a:noFill/>
          <a:ln w="0">
            <a:noFill/>
          </a:ln>
        </p:spPr>
      </p:pic>
      <p:pic>
        <p:nvPicPr>
          <p:cNvPr id="78" name="Imagen 7"/>
          <p:cNvPicPr/>
          <p:nvPr/>
        </p:nvPicPr>
        <p:blipFill>
          <a:blip r:embed="rId8"/>
          <a:stretch/>
        </p:blipFill>
        <p:spPr>
          <a:xfrm>
            <a:off x="6095880" y="1050480"/>
            <a:ext cx="5303160" cy="281520"/>
          </a:xfrm>
          <a:prstGeom prst="rect">
            <a:avLst/>
          </a:prstGeom>
          <a:noFill/>
          <a:ln w="0">
            <a:noFill/>
          </a:ln>
        </p:spPr>
      </p:pic>
      <p:pic>
        <p:nvPicPr>
          <p:cNvPr id="79" name="Imagen 2" descr="Imagen que contiene alimentos&#10;&#10;Descripción generada automáticamente"/>
          <p:cNvPicPr/>
          <p:nvPr/>
        </p:nvPicPr>
        <p:blipFill>
          <a:blip r:embed="rId9"/>
          <a:stretch/>
        </p:blipFill>
        <p:spPr>
          <a:xfrm>
            <a:off x="8798040" y="5356800"/>
            <a:ext cx="2971440" cy="1079280"/>
          </a:xfrm>
          <a:prstGeom prst="rect">
            <a:avLst/>
          </a:prstGeom>
          <a:noFill/>
          <a:ln w="0">
            <a:noFill/>
          </a:ln>
        </p:spPr>
      </p:pic>
      <p:sp>
        <p:nvSpPr>
          <p:cNvPr id="80" name="CuadroTexto 3"/>
          <p:cNvSpPr/>
          <p:nvPr/>
        </p:nvSpPr>
        <p:spPr>
          <a:xfrm>
            <a:off x="8616240" y="6468480"/>
            <a:ext cx="349848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s-CL" sz="1800" b="0" u="none" strike="noStrike">
                <a:solidFill>
                  <a:srgbClr val="004C8B"/>
                </a:solidFill>
                <a:effectLst/>
                <a:uFillTx/>
                <a:latin typeface="Calibri"/>
              </a:rPr>
              <a:t>INGENIERÍA CIVIL EN INFORMÁTICA</a:t>
            </a:r>
            <a:endParaRPr lang="es-ES" sz="18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 Box 8"/>
          <p:cNvSpPr/>
          <p:nvPr/>
        </p:nvSpPr>
        <p:spPr>
          <a:xfrm>
            <a:off x="3303360" y="5887440"/>
            <a:ext cx="685764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400" b="1" u="none" strike="noStrike">
                <a:solidFill>
                  <a:schemeClr val="lt1"/>
                </a:solidFill>
                <a:effectLst/>
                <a:uFillTx/>
                <a:latin typeface="Arial"/>
              </a:rPr>
              <a:t>ARICA - CHILE</a:t>
            </a:r>
            <a:endParaRPr lang="es-ES" sz="2400" b="0" u="none" strike="noStrike">
              <a:solidFill>
                <a:srgbClr val="000000"/>
              </a:solidFill>
              <a:effectLst/>
              <a:uFillTx/>
              <a:latin typeface="Arial"/>
            </a:endParaRPr>
          </a:p>
        </p:txBody>
      </p:sp>
      <p:pic>
        <p:nvPicPr>
          <p:cNvPr id="82" name="Imagen 3"/>
          <p:cNvPicPr/>
          <p:nvPr/>
        </p:nvPicPr>
        <p:blipFill>
          <a:blip r:embed="rId3"/>
          <a:stretch/>
        </p:blipFill>
        <p:spPr>
          <a:xfrm>
            <a:off x="0" y="-32040"/>
            <a:ext cx="12191760" cy="6889680"/>
          </a:xfrm>
          <a:prstGeom prst="rect">
            <a:avLst/>
          </a:prstGeom>
          <a:noFill/>
          <a:ln w="0">
            <a:noFill/>
          </a:ln>
        </p:spPr>
      </p:pic>
      <p:pic>
        <p:nvPicPr>
          <p:cNvPr id="83" name="Imagen 16"/>
          <p:cNvPicPr/>
          <p:nvPr/>
        </p:nvPicPr>
        <p:blipFill>
          <a:blip r:embed="rId4"/>
          <a:stretch/>
        </p:blipFill>
        <p:spPr>
          <a:xfrm>
            <a:off x="8603640" y="1073160"/>
            <a:ext cx="2671560" cy="93348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a:bodyPr>
          <a:lstStyle/>
          <a:p>
            <a:pPr indent="0" defTabSz="914400">
              <a:lnSpc>
                <a:spcPct val="90000"/>
              </a:lnSpc>
              <a:buNone/>
            </a:pPr>
            <a:r>
              <a:rPr lang="es-MX" sz="4400" b="0" u="none" strike="noStrike">
                <a:solidFill>
                  <a:schemeClr val="dk1"/>
                </a:solidFill>
                <a:effectLst/>
                <a:uFillTx/>
                <a:latin typeface="Calibri Light"/>
              </a:rPr>
              <a:t>Requerimientos</a:t>
            </a:r>
            <a:endParaRPr lang="es-CL" sz="4400" b="0" u="none" strike="noStrike">
              <a:solidFill>
                <a:schemeClr val="dk1"/>
              </a:solidFill>
              <a:effectLst/>
              <a:uFillTx/>
              <a:latin typeface="Calibri"/>
            </a:endParaRPr>
          </a:p>
        </p:txBody>
      </p:sp>
      <p:sp>
        <p:nvSpPr>
          <p:cNvPr id="85" name="PlaceHolder 2"/>
          <p:cNvSpPr>
            <a:spLocks noGrp="1"/>
          </p:cNvSpPr>
          <p:nvPr>
            <p:ph/>
          </p:nvPr>
        </p:nvSpPr>
        <p:spPr>
          <a:xfrm>
            <a:off x="609480" y="1600200"/>
            <a:ext cx="10352520" cy="452556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C00000"/>
              </a:buClr>
              <a:buFont typeface="Arial"/>
              <a:buChar char="•"/>
            </a:pPr>
            <a:r>
              <a:rPr lang="es-MX" sz="2800" b="0" u="none" strike="noStrike" dirty="0">
                <a:solidFill>
                  <a:schemeClr val="dk1"/>
                </a:solidFill>
                <a:effectLst/>
                <a:uFillTx/>
                <a:latin typeface="Calibri"/>
              </a:rPr>
              <a:t>En la Ingeniería de Software, los requerimientos son las condiciones o capacidades que debe tener un sistema para satisfacer las necesidades del usuario o negocio. Se dividen en funcionales y no funcionales.</a:t>
            </a:r>
            <a:endParaRPr lang="es-CL" sz="2800" b="0" u="none" strike="noStrike" dirty="0">
              <a:solidFill>
                <a:schemeClr val="dk1"/>
              </a:solidFill>
              <a:effectLst/>
              <a:uFillTx/>
              <a:latin typeface="Calibri"/>
            </a:endParaRPr>
          </a:p>
          <a:p>
            <a:pPr indent="0" defTabSz="914400">
              <a:lnSpc>
                <a:spcPct val="90000"/>
              </a:lnSpc>
              <a:spcBef>
                <a:spcPts val="1001"/>
              </a:spcBef>
              <a:buNone/>
            </a:pPr>
            <a:endParaRPr lang="es-CL" sz="2800" b="0" u="none" strike="noStrike" dirty="0">
              <a:solidFill>
                <a:schemeClr val="dk1"/>
              </a:solidFill>
              <a:effectLst/>
              <a:uFillTx/>
              <a:latin typeface="Calibri"/>
            </a:endParaRPr>
          </a:p>
        </p:txBody>
      </p:sp>
      <p:sp>
        <p:nvSpPr>
          <p:cNvPr id="86" name="Marcador de contenido 2"/>
          <p:cNvSpPr/>
          <p:nvPr/>
        </p:nvSpPr>
        <p:spPr>
          <a:xfrm>
            <a:off x="1981080" y="1417680"/>
            <a:ext cx="4402440" cy="493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Bef>
                <a:spcPts val="360"/>
              </a:spcBef>
            </a:pPr>
            <a:endParaRPr lang="es-CL" sz="1800" b="0" u="none" strike="noStrike">
              <a:solidFill>
                <a:schemeClr val="dk1"/>
              </a:solidFill>
              <a:effectLst/>
              <a:uFillTx/>
              <a:latin typeface="Calibri"/>
            </a:endParaRPr>
          </a:p>
        </p:txBody>
      </p:sp>
      <p:grpSp>
        <p:nvGrpSpPr>
          <p:cNvPr id="87" name="Agrupar 2"/>
          <p:cNvGrpSpPr/>
          <p:nvPr/>
        </p:nvGrpSpPr>
        <p:grpSpPr>
          <a:xfrm>
            <a:off x="0" y="6469920"/>
            <a:ext cx="12191760" cy="387720"/>
            <a:chOff x="0" y="6469920"/>
            <a:chExt cx="12191760" cy="387720"/>
          </a:xfrm>
        </p:grpSpPr>
        <p:sp>
          <p:nvSpPr>
            <p:cNvPr id="88"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89"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90" name="Imagen 7"/>
          <p:cNvPicPr/>
          <p:nvPr/>
        </p:nvPicPr>
        <p:blipFill>
          <a:blip r:embed="rId3"/>
          <a:stretch/>
        </p:blipFill>
        <p:spPr>
          <a:xfrm>
            <a:off x="8872200" y="575640"/>
            <a:ext cx="2486520" cy="865440"/>
          </a:xfrm>
          <a:prstGeom prst="rect">
            <a:avLst/>
          </a:prstGeom>
          <a:noFill/>
          <a:ln w="0">
            <a:noFill/>
          </a:ln>
        </p:spPr>
      </p:pic>
      <p:pic>
        <p:nvPicPr>
          <p:cNvPr id="91" name="Imagen 8"/>
          <p:cNvPicPr/>
          <p:nvPr/>
        </p:nvPicPr>
        <p:blipFill>
          <a:blip r:embed="rId4"/>
          <a:stretch/>
        </p:blipFill>
        <p:spPr>
          <a:xfrm>
            <a:off x="10962000" y="3607560"/>
            <a:ext cx="511560" cy="286200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lstStyle/>
          <a:p>
            <a:pPr indent="0" defTabSz="914400">
              <a:lnSpc>
                <a:spcPct val="90000"/>
              </a:lnSpc>
              <a:buNone/>
            </a:pPr>
            <a:r>
              <a:rPr lang="es-MX" sz="4400" b="0" u="none" strike="noStrike">
                <a:solidFill>
                  <a:schemeClr val="dk1"/>
                </a:solidFill>
                <a:effectLst/>
                <a:uFillTx/>
                <a:latin typeface="Calibri Light"/>
              </a:rPr>
              <a:t>Requerimientos Funcionales</a:t>
            </a:r>
            <a:endParaRPr lang="es-CL" sz="4400" b="0" u="none" strike="noStrike">
              <a:solidFill>
                <a:schemeClr val="dk1"/>
              </a:solidFill>
              <a:effectLst/>
              <a:uFillTx/>
              <a:latin typeface="Calibri"/>
            </a:endParaRPr>
          </a:p>
        </p:txBody>
      </p:sp>
      <p:sp>
        <p:nvSpPr>
          <p:cNvPr id="93" name="PlaceHolder 2"/>
          <p:cNvSpPr>
            <a:spLocks noGrp="1"/>
          </p:cNvSpPr>
          <p:nvPr>
            <p:ph/>
          </p:nvPr>
        </p:nvSpPr>
        <p:spPr>
          <a:xfrm>
            <a:off x="609480" y="1600200"/>
            <a:ext cx="10241640" cy="452556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Son enunciados acerca de servicios que el sistema debe proveer, de cómo debería reaccionar a entradas particulares y de cómo debería comportarse en situaciones específicas. En algunos casos, los requerimientos funcionales también explican lo que no debe hacer el sistema.										</a:t>
            </a:r>
            <a:br>
              <a:rPr sz="2800"/>
            </a:br>
            <a:br>
              <a:rPr sz="2800"/>
            </a:br>
            <a:r>
              <a:rPr lang="es-CL" sz="2800" b="0" u="none" strike="noStrike">
                <a:solidFill>
                  <a:schemeClr val="dk1"/>
                </a:solidFill>
                <a:effectLst/>
                <a:uFillTx/>
                <a:latin typeface="Calibri"/>
              </a:rPr>
              <a:t> </a:t>
            </a:r>
          </a:p>
        </p:txBody>
      </p:sp>
      <p:sp>
        <p:nvSpPr>
          <p:cNvPr id="94" name="Marcador de contenido 2"/>
          <p:cNvSpPr/>
          <p:nvPr/>
        </p:nvSpPr>
        <p:spPr>
          <a:xfrm>
            <a:off x="1981080" y="1417680"/>
            <a:ext cx="4402440" cy="493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Bef>
                <a:spcPts val="360"/>
              </a:spcBef>
            </a:pPr>
            <a:endParaRPr lang="es-CL" sz="1800" b="0" u="none" strike="noStrike">
              <a:solidFill>
                <a:schemeClr val="dk1"/>
              </a:solidFill>
              <a:effectLst/>
              <a:uFillTx/>
              <a:latin typeface="Calibri"/>
            </a:endParaRPr>
          </a:p>
        </p:txBody>
      </p:sp>
      <p:grpSp>
        <p:nvGrpSpPr>
          <p:cNvPr id="95" name="Agrupar 2"/>
          <p:cNvGrpSpPr/>
          <p:nvPr/>
        </p:nvGrpSpPr>
        <p:grpSpPr>
          <a:xfrm>
            <a:off x="0" y="6469920"/>
            <a:ext cx="12191760" cy="387720"/>
            <a:chOff x="0" y="6469920"/>
            <a:chExt cx="12191760" cy="387720"/>
          </a:xfrm>
        </p:grpSpPr>
        <p:sp>
          <p:nvSpPr>
            <p:cNvPr id="96"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97"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98" name="Imagen 7"/>
          <p:cNvPicPr/>
          <p:nvPr/>
        </p:nvPicPr>
        <p:blipFill>
          <a:blip r:embed="rId3"/>
          <a:stretch/>
        </p:blipFill>
        <p:spPr>
          <a:xfrm>
            <a:off x="8872200" y="575640"/>
            <a:ext cx="2486520" cy="865440"/>
          </a:xfrm>
          <a:prstGeom prst="rect">
            <a:avLst/>
          </a:prstGeom>
          <a:noFill/>
          <a:ln w="0">
            <a:noFill/>
          </a:ln>
        </p:spPr>
      </p:pic>
      <p:pic>
        <p:nvPicPr>
          <p:cNvPr id="99" name="Imagen 8"/>
          <p:cNvPicPr/>
          <p:nvPr/>
        </p:nvPicPr>
        <p:blipFill>
          <a:blip r:embed="rId4"/>
          <a:stretch/>
        </p:blipFill>
        <p:spPr>
          <a:xfrm>
            <a:off x="10962000" y="3607560"/>
            <a:ext cx="511560" cy="286200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lstStyle/>
          <a:p>
            <a:pPr indent="0" defTabSz="914400">
              <a:lnSpc>
                <a:spcPct val="90000"/>
              </a:lnSpc>
              <a:buNone/>
            </a:pPr>
            <a:r>
              <a:rPr lang="es-MX" sz="4400" b="0" u="none" strike="noStrike">
                <a:solidFill>
                  <a:schemeClr val="dk1"/>
                </a:solidFill>
                <a:effectLst/>
                <a:uFillTx/>
                <a:latin typeface="Calibri Light"/>
              </a:rPr>
              <a:t>Requerimientos Funcionales</a:t>
            </a:r>
            <a:endParaRPr lang="es-CL" sz="4400" b="0" u="none" strike="noStrike">
              <a:solidFill>
                <a:schemeClr val="dk1"/>
              </a:solidFill>
              <a:effectLst/>
              <a:uFillTx/>
              <a:latin typeface="Calibri"/>
            </a:endParaRPr>
          </a:p>
        </p:txBody>
      </p:sp>
      <p:sp>
        <p:nvSpPr>
          <p:cNvPr id="101"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fontScale="62500" lnSpcReduction="19999"/>
          </a:bodyPr>
          <a:lstStyle/>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Una biblioteca quiere un sistema web donde los usuarios puedan buscar libros, reservar ejemplares disponibles y ver el estado de sus préstamos. Los administradores deben poder agregar libros nuevos y gestionar los préstamos.</a:t>
            </a:r>
            <a:endParaRPr lang="es-CL" sz="2800" b="0" u="none" strike="noStrike">
              <a:solidFill>
                <a:schemeClr val="dk1"/>
              </a:solidFill>
              <a:effectLst/>
              <a:uFillTx/>
              <a:latin typeface="Calibri"/>
            </a:endParaRPr>
          </a:p>
          <a:p>
            <a:pPr indent="0" defTabSz="914400">
              <a:lnSpc>
                <a:spcPct val="90000"/>
              </a:lnSpc>
              <a:spcBef>
                <a:spcPts val="1001"/>
              </a:spcBef>
              <a:buNone/>
            </a:pP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MX" sz="2800" b="0" u="none" strike="noStrike">
                <a:solidFill>
                  <a:schemeClr val="dk1"/>
                </a:solidFill>
                <a:effectLst/>
                <a:uFillTx/>
                <a:latin typeface="Calibri"/>
              </a:rPr>
              <a:t>Requerimientos funcionales</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CL" sz="2800" b="0" u="none" strike="noStrike">
                <a:solidFill>
                  <a:schemeClr val="dk1"/>
                </a:solidFill>
                <a:effectLst/>
                <a:uFillTx/>
                <a:latin typeface="Calibri"/>
              </a:rPr>
              <a:t>Para usuarios:</a:t>
            </a: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permitir que los usuarios busquen libros por título, autor o género.</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permitir que los usuarios registrados reserven libros disponibles.</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mostrar el estado actual de los préstamos de cada usuario (en curso, vencido, devuelto).</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CL" sz="2800" b="0" u="none" strike="noStrike">
                <a:solidFill>
                  <a:schemeClr val="dk1"/>
                </a:solidFill>
                <a:effectLst/>
                <a:uFillTx/>
                <a:latin typeface="Calibri"/>
              </a:rPr>
              <a:t>Para administradores:</a:t>
            </a: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permitir a los administradores agregar, modificar o eliminar libros del catálogo.</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permitir a los administradores registrar la entrega y devolución de los libros prestados.</a:t>
            </a:r>
            <a:endParaRPr lang="es-CL" sz="2800" b="0" u="none" strike="noStrike">
              <a:solidFill>
                <a:schemeClr val="dk1"/>
              </a:solidFill>
              <a:effectLst/>
              <a:uFillTx/>
              <a:latin typeface="Calibri"/>
            </a:endParaRPr>
          </a:p>
        </p:txBody>
      </p:sp>
      <p:sp>
        <p:nvSpPr>
          <p:cNvPr id="102" name="Marcador de contenido 2"/>
          <p:cNvSpPr/>
          <p:nvPr/>
        </p:nvSpPr>
        <p:spPr>
          <a:xfrm>
            <a:off x="1981080" y="1417680"/>
            <a:ext cx="4402440" cy="493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Bef>
                <a:spcPts val="360"/>
              </a:spcBef>
            </a:pPr>
            <a:endParaRPr lang="es-CL" sz="1800" b="0" u="none" strike="noStrike">
              <a:solidFill>
                <a:schemeClr val="dk1"/>
              </a:solidFill>
              <a:effectLst/>
              <a:uFillTx/>
              <a:latin typeface="Calibri"/>
            </a:endParaRPr>
          </a:p>
        </p:txBody>
      </p:sp>
      <p:grpSp>
        <p:nvGrpSpPr>
          <p:cNvPr id="103" name="Agrupar 2"/>
          <p:cNvGrpSpPr/>
          <p:nvPr/>
        </p:nvGrpSpPr>
        <p:grpSpPr>
          <a:xfrm>
            <a:off x="0" y="6469920"/>
            <a:ext cx="12191760" cy="387720"/>
            <a:chOff x="0" y="6469920"/>
            <a:chExt cx="12191760" cy="387720"/>
          </a:xfrm>
        </p:grpSpPr>
        <p:sp>
          <p:nvSpPr>
            <p:cNvPr id="104"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105"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106" name="Imagen 7"/>
          <p:cNvPicPr/>
          <p:nvPr/>
        </p:nvPicPr>
        <p:blipFill>
          <a:blip r:embed="rId3"/>
          <a:stretch/>
        </p:blipFill>
        <p:spPr>
          <a:xfrm>
            <a:off x="8872200" y="575640"/>
            <a:ext cx="2486520" cy="865440"/>
          </a:xfrm>
          <a:prstGeom prst="rect">
            <a:avLst/>
          </a:prstGeom>
          <a:noFill/>
          <a:ln w="0">
            <a:noFill/>
          </a:ln>
        </p:spPr>
      </p:pic>
      <p:pic>
        <p:nvPicPr>
          <p:cNvPr id="107" name="Imagen 8"/>
          <p:cNvPicPr/>
          <p:nvPr/>
        </p:nvPicPr>
        <p:blipFill>
          <a:blip r:embed="rId4"/>
          <a:stretch/>
        </p:blipFill>
        <p:spPr>
          <a:xfrm>
            <a:off x="10962000" y="3607560"/>
            <a:ext cx="511560" cy="286200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lstStyle/>
          <a:p>
            <a:pPr indent="0" defTabSz="914400">
              <a:lnSpc>
                <a:spcPct val="90000"/>
              </a:lnSpc>
              <a:buNone/>
            </a:pPr>
            <a:r>
              <a:rPr lang="es-MX" sz="4400" b="0" u="none" strike="noStrike">
                <a:solidFill>
                  <a:schemeClr val="dk1"/>
                </a:solidFill>
                <a:effectLst/>
                <a:uFillTx/>
                <a:latin typeface="Calibri Light"/>
              </a:rPr>
              <a:t>Requerimientos No Funcionales</a:t>
            </a:r>
            <a:endParaRPr lang="es-CL" sz="4400" b="0" u="none" strike="noStrike">
              <a:solidFill>
                <a:schemeClr val="dk1"/>
              </a:solidFill>
              <a:effectLst/>
              <a:uFillTx/>
              <a:latin typeface="Calibri"/>
            </a:endParaRPr>
          </a:p>
        </p:txBody>
      </p:sp>
      <p:sp>
        <p:nvSpPr>
          <p:cNvPr id="109"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lnSpcReduction="9999"/>
          </a:bodyPr>
          <a:lstStyle/>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Son limitaciones sobre servicios o funciones que ofrece el sistema.</a:t>
            </a:r>
            <a:endParaRPr lang="es-CL" sz="28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Los requerimientos no funcionales se suelen aplicar al sistema como un todo, más que a características o a servicios individuales del sistema. </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MX" sz="2800" b="0" u="none" strike="noStrike">
                <a:solidFill>
                  <a:schemeClr val="dk1"/>
                </a:solidFill>
                <a:effectLst/>
                <a:uFillTx/>
                <a:latin typeface="Calibri"/>
              </a:rPr>
              <a:t>Categorías comunes:</a:t>
            </a:r>
            <a:endParaRPr lang="es-CL" sz="2800" b="0" u="none" strike="noStrike">
              <a:solidFill>
                <a:schemeClr val="dk1"/>
              </a:solidFill>
              <a:effectLst/>
              <a:uFillTx/>
              <a:latin typeface="Calibri"/>
            </a:endParaRPr>
          </a:p>
          <a:p>
            <a:pPr marL="685800" lvl="1" indent="-228600" defTabSz="914400">
              <a:lnSpc>
                <a:spcPct val="90000"/>
              </a:lnSpc>
              <a:spcBef>
                <a:spcPts val="499"/>
              </a:spcBef>
              <a:buClr>
                <a:srgbClr val="C00000"/>
              </a:buClr>
              <a:buFont typeface="Arial"/>
              <a:buChar char="•"/>
              <a:tabLst>
                <a:tab pos="0" algn="l"/>
              </a:tabLst>
            </a:pPr>
            <a:r>
              <a:rPr lang="es-MX" sz="2400" b="0" u="none" strike="noStrike">
                <a:solidFill>
                  <a:schemeClr val="dk1"/>
                </a:solidFill>
                <a:effectLst/>
                <a:uFillTx/>
                <a:latin typeface="Calibri"/>
              </a:rPr>
              <a:t>Rendimiento (tiempo de respuesta, concurrencia)</a:t>
            </a:r>
            <a:endParaRPr lang="es-CL" sz="2400" b="0" u="none" strike="noStrike">
              <a:solidFill>
                <a:schemeClr val="dk1"/>
              </a:solidFill>
              <a:effectLst/>
              <a:uFillTx/>
              <a:latin typeface="Calibri"/>
            </a:endParaRPr>
          </a:p>
          <a:p>
            <a:pPr marL="685800" lvl="1" indent="-228600" defTabSz="914400">
              <a:lnSpc>
                <a:spcPct val="90000"/>
              </a:lnSpc>
              <a:spcBef>
                <a:spcPts val="499"/>
              </a:spcBef>
              <a:buClr>
                <a:srgbClr val="C00000"/>
              </a:buClr>
              <a:buFont typeface="Arial"/>
              <a:buChar char="•"/>
              <a:tabLst>
                <a:tab pos="0" algn="l"/>
              </a:tabLst>
            </a:pPr>
            <a:r>
              <a:rPr lang="es-MX" sz="2400" b="0" u="none" strike="noStrike">
                <a:solidFill>
                  <a:schemeClr val="dk1"/>
                </a:solidFill>
                <a:effectLst/>
                <a:uFillTx/>
                <a:latin typeface="Calibri"/>
              </a:rPr>
              <a:t>Usabilidad (facilidad de uso)</a:t>
            </a:r>
            <a:endParaRPr lang="es-CL" sz="2400" b="0" u="none" strike="noStrike">
              <a:solidFill>
                <a:schemeClr val="dk1"/>
              </a:solidFill>
              <a:effectLst/>
              <a:uFillTx/>
              <a:latin typeface="Calibri"/>
            </a:endParaRPr>
          </a:p>
          <a:p>
            <a:pPr marL="685800" lvl="1" indent="-228600" defTabSz="914400">
              <a:lnSpc>
                <a:spcPct val="90000"/>
              </a:lnSpc>
              <a:spcBef>
                <a:spcPts val="499"/>
              </a:spcBef>
              <a:buClr>
                <a:srgbClr val="C00000"/>
              </a:buClr>
              <a:buFont typeface="Arial"/>
              <a:buChar char="•"/>
              <a:tabLst>
                <a:tab pos="0" algn="l"/>
              </a:tabLst>
            </a:pPr>
            <a:r>
              <a:rPr lang="es-MX" sz="2400" b="0" u="none" strike="noStrike">
                <a:solidFill>
                  <a:schemeClr val="dk1"/>
                </a:solidFill>
                <a:effectLst/>
                <a:uFillTx/>
                <a:latin typeface="Calibri"/>
              </a:rPr>
              <a:t>Seguridad (cifrado, autenticación)</a:t>
            </a:r>
            <a:endParaRPr lang="es-CL" sz="2400" b="0" u="none" strike="noStrike">
              <a:solidFill>
                <a:schemeClr val="dk1"/>
              </a:solidFill>
              <a:effectLst/>
              <a:uFillTx/>
              <a:latin typeface="Calibri"/>
            </a:endParaRPr>
          </a:p>
          <a:p>
            <a:pPr marL="685800" lvl="1" indent="-228600" defTabSz="914400">
              <a:lnSpc>
                <a:spcPct val="90000"/>
              </a:lnSpc>
              <a:spcBef>
                <a:spcPts val="499"/>
              </a:spcBef>
              <a:buClr>
                <a:srgbClr val="C00000"/>
              </a:buClr>
              <a:buFont typeface="Arial"/>
              <a:buChar char="•"/>
              <a:tabLst>
                <a:tab pos="0" algn="l"/>
              </a:tabLst>
            </a:pPr>
            <a:r>
              <a:rPr lang="es-MX" sz="2400" b="0" u="none" strike="noStrike">
                <a:solidFill>
                  <a:schemeClr val="dk1"/>
                </a:solidFill>
                <a:effectLst/>
                <a:uFillTx/>
                <a:latin typeface="Calibri"/>
              </a:rPr>
              <a:t>Mantenibilidad (modularidad del código)</a:t>
            </a:r>
            <a:endParaRPr lang="es-CL" sz="2400" b="0" u="none" strike="noStrike">
              <a:solidFill>
                <a:schemeClr val="dk1"/>
              </a:solidFill>
              <a:effectLst/>
              <a:uFillTx/>
              <a:latin typeface="Calibri"/>
            </a:endParaRPr>
          </a:p>
          <a:p>
            <a:pPr marL="685800" lvl="1" indent="-228600" defTabSz="914400">
              <a:lnSpc>
                <a:spcPct val="90000"/>
              </a:lnSpc>
              <a:spcBef>
                <a:spcPts val="499"/>
              </a:spcBef>
              <a:buClr>
                <a:srgbClr val="C00000"/>
              </a:buClr>
              <a:buFont typeface="Arial"/>
              <a:buChar char="•"/>
              <a:tabLst>
                <a:tab pos="0" algn="l"/>
              </a:tabLst>
            </a:pPr>
            <a:r>
              <a:rPr lang="es-MX" sz="2400" b="0" u="none" strike="noStrike">
                <a:solidFill>
                  <a:schemeClr val="dk1"/>
                </a:solidFill>
                <a:effectLst/>
                <a:uFillTx/>
                <a:latin typeface="Calibri"/>
              </a:rPr>
              <a:t>Portabilidad (ejecutarse en distintos sistemas operativos)</a:t>
            </a:r>
            <a:endParaRPr lang="es-CL" sz="2400" b="0" u="none" strike="noStrike">
              <a:solidFill>
                <a:schemeClr val="dk1"/>
              </a:solidFill>
              <a:effectLst/>
              <a:uFillTx/>
              <a:latin typeface="Calibri"/>
            </a:endParaRPr>
          </a:p>
        </p:txBody>
      </p:sp>
      <p:sp>
        <p:nvSpPr>
          <p:cNvPr id="110" name="Marcador de contenido 2"/>
          <p:cNvSpPr/>
          <p:nvPr/>
        </p:nvSpPr>
        <p:spPr>
          <a:xfrm>
            <a:off x="1981080" y="1417680"/>
            <a:ext cx="4402440" cy="493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Bef>
                <a:spcPts val="360"/>
              </a:spcBef>
            </a:pPr>
            <a:endParaRPr lang="es-CL" sz="1800" b="0" u="none" strike="noStrike">
              <a:solidFill>
                <a:schemeClr val="dk1"/>
              </a:solidFill>
              <a:effectLst/>
              <a:uFillTx/>
              <a:latin typeface="Calibri"/>
            </a:endParaRPr>
          </a:p>
        </p:txBody>
      </p:sp>
      <p:grpSp>
        <p:nvGrpSpPr>
          <p:cNvPr id="111" name="Agrupar 2"/>
          <p:cNvGrpSpPr/>
          <p:nvPr/>
        </p:nvGrpSpPr>
        <p:grpSpPr>
          <a:xfrm>
            <a:off x="0" y="6469920"/>
            <a:ext cx="12191760" cy="387720"/>
            <a:chOff x="0" y="6469920"/>
            <a:chExt cx="12191760" cy="387720"/>
          </a:xfrm>
        </p:grpSpPr>
        <p:sp>
          <p:nvSpPr>
            <p:cNvPr id="112"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113"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114" name="Imagen 7"/>
          <p:cNvPicPr/>
          <p:nvPr/>
        </p:nvPicPr>
        <p:blipFill>
          <a:blip r:embed="rId3"/>
          <a:stretch/>
        </p:blipFill>
        <p:spPr>
          <a:xfrm>
            <a:off x="8872200" y="575640"/>
            <a:ext cx="2486520" cy="865440"/>
          </a:xfrm>
          <a:prstGeom prst="rect">
            <a:avLst/>
          </a:prstGeom>
          <a:noFill/>
          <a:ln w="0">
            <a:noFill/>
          </a:ln>
        </p:spPr>
      </p:pic>
      <p:pic>
        <p:nvPicPr>
          <p:cNvPr id="115" name="Imagen 8"/>
          <p:cNvPicPr/>
          <p:nvPr/>
        </p:nvPicPr>
        <p:blipFill>
          <a:blip r:embed="rId4"/>
          <a:stretch/>
        </p:blipFill>
        <p:spPr>
          <a:xfrm>
            <a:off x="10962000" y="3607560"/>
            <a:ext cx="511560" cy="286200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fontScale="92500" lnSpcReduction="9999"/>
          </a:bodyPr>
          <a:lstStyle/>
          <a:p>
            <a:pPr indent="0" defTabSz="914400">
              <a:lnSpc>
                <a:spcPct val="90000"/>
              </a:lnSpc>
              <a:buNone/>
            </a:pPr>
            <a:r>
              <a:rPr lang="es-MX" sz="4400" b="0" u="none" strike="noStrike">
                <a:solidFill>
                  <a:schemeClr val="dk1"/>
                </a:solidFill>
                <a:effectLst/>
                <a:uFillTx/>
                <a:latin typeface="Calibri Light"/>
              </a:rPr>
              <a:t>Requerimientos No Funcionales</a:t>
            </a:r>
            <a:endParaRPr lang="es-CL" sz="4400" b="0" u="none" strike="noStrike">
              <a:solidFill>
                <a:schemeClr val="dk1"/>
              </a:solidFill>
              <a:effectLst/>
              <a:uFillTx/>
              <a:latin typeface="Calibri"/>
            </a:endParaRPr>
          </a:p>
        </p:txBody>
      </p:sp>
      <p:sp>
        <p:nvSpPr>
          <p:cNvPr id="117" name="PlaceHolder 2"/>
          <p:cNvSpPr>
            <a:spLocks noGrp="1"/>
          </p:cNvSpPr>
          <p:nvPr>
            <p:ph/>
          </p:nvPr>
        </p:nvSpPr>
        <p:spPr>
          <a:xfrm>
            <a:off x="609480" y="1600200"/>
            <a:ext cx="10260360" cy="4525560"/>
          </a:xfrm>
          <a:prstGeom prst="rect">
            <a:avLst/>
          </a:prstGeom>
          <a:noFill/>
          <a:ln w="0">
            <a:noFill/>
          </a:ln>
        </p:spPr>
        <p:txBody>
          <a:bodyPr lIns="91440" tIns="45720" rIns="91440" bIns="45720" anchor="t">
            <a:normAutofit fontScale="62500" lnSpcReduction="19999"/>
          </a:bodyPr>
          <a:lstStyle/>
          <a:p>
            <a:pPr indent="0" defTabSz="914400">
              <a:lnSpc>
                <a:spcPct val="90000"/>
              </a:lnSpc>
              <a:spcBef>
                <a:spcPts val="1001"/>
              </a:spcBef>
              <a:buNone/>
              <a:tabLst>
                <a:tab pos="0" algn="l"/>
              </a:tabLst>
            </a:pPr>
            <a:r>
              <a:rPr lang="es-MX" sz="2800" b="1" u="none" strike="noStrike">
                <a:solidFill>
                  <a:schemeClr val="dk1"/>
                </a:solidFill>
                <a:effectLst/>
                <a:uFillTx/>
                <a:latin typeface="Calibri"/>
              </a:rPr>
              <a:t>Disponibilidad</a:t>
            </a:r>
            <a:r>
              <a:rPr lang="es-MX" sz="2800" b="0" u="none" strike="noStrike">
                <a:solidFill>
                  <a:schemeClr val="dk1"/>
                </a:solidFill>
                <a:effectLst/>
                <a:uFillTx/>
                <a:latin typeface="Calibri"/>
              </a:rPr>
              <a:t>:</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estar disponible las 24 horas del día, los 7 días de la semana.</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MX" sz="2800" b="1" u="none" strike="noStrike">
                <a:solidFill>
                  <a:schemeClr val="dk1"/>
                </a:solidFill>
                <a:effectLst/>
                <a:uFillTx/>
                <a:latin typeface="Calibri"/>
              </a:rPr>
              <a:t>Rendimiento</a:t>
            </a:r>
            <a:r>
              <a:rPr lang="es-MX" sz="2800" b="0" u="none" strike="noStrike">
                <a:solidFill>
                  <a:schemeClr val="dk1"/>
                </a:solidFill>
                <a:effectLst/>
                <a:uFillTx/>
                <a:latin typeface="Calibri"/>
              </a:rPr>
              <a:t>:</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Las búsquedas de libros deben responder en menos de 2 segundos bajo carga normal.</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MX" sz="2800" b="1" u="none" strike="noStrike">
                <a:solidFill>
                  <a:schemeClr val="dk1"/>
                </a:solidFill>
                <a:effectLst/>
                <a:uFillTx/>
                <a:latin typeface="Calibri"/>
              </a:rPr>
              <a:t>Seguridad</a:t>
            </a:r>
            <a:r>
              <a:rPr lang="es-MX" sz="2800" b="0" u="none" strike="noStrike">
                <a:solidFill>
                  <a:schemeClr val="dk1"/>
                </a:solidFill>
                <a:effectLst/>
                <a:uFillTx/>
                <a:latin typeface="Calibri"/>
              </a:rPr>
              <a:t>:</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acceso a funciones administrativas debe requerir autenticación mediante usuario y contraseña cifrada.</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MX" sz="2800" b="1" u="none" strike="noStrike">
                <a:solidFill>
                  <a:schemeClr val="dk1"/>
                </a:solidFill>
                <a:effectLst/>
                <a:uFillTx/>
                <a:latin typeface="Calibri"/>
              </a:rPr>
              <a:t>Usabilidad</a:t>
            </a:r>
            <a:r>
              <a:rPr lang="es-MX" sz="2800" b="0" u="none" strike="noStrike">
                <a:solidFill>
                  <a:schemeClr val="dk1"/>
                </a:solidFill>
                <a:effectLst/>
                <a:uFillTx/>
                <a:latin typeface="Calibri"/>
              </a:rPr>
              <a:t>:</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La interfaz debe ser accesible desde dispositivos móviles y de escritorio.</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MX" sz="2800" b="1" u="none" strike="noStrike">
                <a:solidFill>
                  <a:schemeClr val="dk1"/>
                </a:solidFill>
                <a:effectLst/>
                <a:uFillTx/>
                <a:latin typeface="Calibri"/>
              </a:rPr>
              <a:t>Compatibilidad</a:t>
            </a:r>
            <a:r>
              <a:rPr lang="es-MX" sz="2800" b="0" u="none" strike="noStrike">
                <a:solidFill>
                  <a:schemeClr val="dk1"/>
                </a:solidFill>
                <a:effectLst/>
                <a:uFillTx/>
                <a:latin typeface="Calibri"/>
              </a:rPr>
              <a:t>:</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ser compatible con los navegadores más utilizados (Chrome, Firefox, Edge y Safari).</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r>
              <a:rPr lang="es-MX" sz="2800" b="1" u="none" strike="noStrike">
                <a:solidFill>
                  <a:schemeClr val="dk1"/>
                </a:solidFill>
                <a:effectLst/>
                <a:uFillTx/>
                <a:latin typeface="Calibri"/>
              </a:rPr>
              <a:t>Escalabilidad</a:t>
            </a:r>
            <a:r>
              <a:rPr lang="es-MX" sz="2800" b="0" u="none" strike="noStrike">
                <a:solidFill>
                  <a:schemeClr val="dk1"/>
                </a:solidFill>
                <a:effectLst/>
                <a:uFillTx/>
                <a:latin typeface="Calibri"/>
              </a:rPr>
              <a:t>:</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tabLst>
                <a:tab pos="0" algn="l"/>
              </a:tabLst>
            </a:pPr>
            <a:r>
              <a:rPr lang="es-MX" sz="2800" b="0" u="none" strike="noStrike">
                <a:solidFill>
                  <a:schemeClr val="dk1"/>
                </a:solidFill>
                <a:effectLst/>
                <a:uFillTx/>
                <a:latin typeface="Calibri"/>
              </a:rPr>
              <a:t>El sistema debe poder adaptarse para manejar al menos 1000 usuarios concurrentes sin afectar el rendimiento.</a:t>
            </a:r>
            <a:endParaRPr lang="es-CL" sz="2800" b="0" u="none" strike="noStrike">
              <a:solidFill>
                <a:schemeClr val="dk1"/>
              </a:solidFill>
              <a:effectLst/>
              <a:uFillTx/>
              <a:latin typeface="Calibri"/>
            </a:endParaRPr>
          </a:p>
        </p:txBody>
      </p:sp>
      <p:sp>
        <p:nvSpPr>
          <p:cNvPr id="118" name="Marcador de contenido 2"/>
          <p:cNvSpPr/>
          <p:nvPr/>
        </p:nvSpPr>
        <p:spPr>
          <a:xfrm>
            <a:off x="1981080" y="1417680"/>
            <a:ext cx="4402440" cy="493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Bef>
                <a:spcPts val="360"/>
              </a:spcBef>
            </a:pPr>
            <a:endParaRPr lang="es-CL" sz="1800" b="0" u="none" strike="noStrike">
              <a:solidFill>
                <a:schemeClr val="dk1"/>
              </a:solidFill>
              <a:effectLst/>
              <a:uFillTx/>
              <a:latin typeface="Calibri"/>
            </a:endParaRPr>
          </a:p>
        </p:txBody>
      </p:sp>
      <p:grpSp>
        <p:nvGrpSpPr>
          <p:cNvPr id="119" name="Agrupar 2"/>
          <p:cNvGrpSpPr/>
          <p:nvPr/>
        </p:nvGrpSpPr>
        <p:grpSpPr>
          <a:xfrm>
            <a:off x="0" y="6469920"/>
            <a:ext cx="12191760" cy="387720"/>
            <a:chOff x="0" y="6469920"/>
            <a:chExt cx="12191760" cy="387720"/>
          </a:xfrm>
        </p:grpSpPr>
        <p:sp>
          <p:nvSpPr>
            <p:cNvPr id="120"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121"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122" name="Imagen 7"/>
          <p:cNvPicPr/>
          <p:nvPr/>
        </p:nvPicPr>
        <p:blipFill>
          <a:blip r:embed="rId3"/>
          <a:stretch/>
        </p:blipFill>
        <p:spPr>
          <a:xfrm>
            <a:off x="8872200" y="575640"/>
            <a:ext cx="2486520" cy="865440"/>
          </a:xfrm>
          <a:prstGeom prst="rect">
            <a:avLst/>
          </a:prstGeom>
          <a:noFill/>
          <a:ln w="0">
            <a:noFill/>
          </a:ln>
        </p:spPr>
      </p:pic>
      <p:pic>
        <p:nvPicPr>
          <p:cNvPr id="123" name="Imagen 8"/>
          <p:cNvPicPr/>
          <p:nvPr/>
        </p:nvPicPr>
        <p:blipFill>
          <a:blip r:embed="rId4"/>
          <a:stretch/>
        </p:blipFill>
        <p:spPr>
          <a:xfrm>
            <a:off x="10962000" y="3607560"/>
            <a:ext cx="511560" cy="286200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rmAutofit/>
          </a:bodyPr>
          <a:lstStyle/>
          <a:p>
            <a:pPr indent="0" defTabSz="914400">
              <a:lnSpc>
                <a:spcPct val="90000"/>
              </a:lnSpc>
              <a:buNone/>
            </a:pPr>
            <a:r>
              <a:rPr lang="es-MX" sz="4400" b="0" u="none" strike="noStrike">
                <a:solidFill>
                  <a:schemeClr val="dk1"/>
                </a:solidFill>
                <a:effectLst/>
                <a:uFillTx/>
                <a:latin typeface="Calibri Light"/>
              </a:rPr>
              <a:t>Actividad</a:t>
            </a:r>
            <a:endParaRPr lang="es-CL" sz="4400" b="0" u="none" strike="noStrike">
              <a:solidFill>
                <a:schemeClr val="dk1"/>
              </a:solidFill>
              <a:effectLst/>
              <a:uFillTx/>
              <a:latin typeface="Calibri"/>
            </a:endParaRPr>
          </a:p>
        </p:txBody>
      </p:sp>
      <p:sp>
        <p:nvSpPr>
          <p:cNvPr id="125" name="PlaceHolder 2"/>
          <p:cNvSpPr>
            <a:spLocks noGrp="1"/>
          </p:cNvSpPr>
          <p:nvPr>
            <p:ph/>
          </p:nvPr>
        </p:nvSpPr>
        <p:spPr>
          <a:xfrm>
            <a:off x="609480" y="1600200"/>
            <a:ext cx="10260360" cy="45255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3 grupos</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Cada grupo toma un enunciado</a:t>
            </a:r>
            <a:endParaRPr lang="es-CL" sz="28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800" b="0" u="none" strike="noStrike">
                <a:solidFill>
                  <a:schemeClr val="dk1"/>
                </a:solidFill>
                <a:effectLst/>
                <a:uFillTx/>
                <a:latin typeface="Calibri"/>
              </a:rPr>
              <a:t>Del enunciado escribir los requerimientos funcionales y no funcionales.</a:t>
            </a:r>
            <a:endParaRPr lang="es-CL" sz="2800" b="0" u="none" strike="noStrike">
              <a:solidFill>
                <a:schemeClr val="dk1"/>
              </a:solidFill>
              <a:effectLst/>
              <a:uFillTx/>
              <a:latin typeface="Calibri"/>
            </a:endParaRPr>
          </a:p>
          <a:p>
            <a:pPr indent="0" defTabSz="914400">
              <a:lnSpc>
                <a:spcPct val="90000"/>
              </a:lnSpc>
              <a:spcBef>
                <a:spcPts val="1001"/>
              </a:spcBef>
              <a:buNone/>
              <a:tabLst>
                <a:tab pos="0" algn="l"/>
              </a:tabLst>
            </a:pPr>
            <a:endParaRPr lang="es-CL" sz="2800" b="0" u="none" strike="noStrike">
              <a:solidFill>
                <a:schemeClr val="dk1"/>
              </a:solidFill>
              <a:effectLst/>
              <a:uFillTx/>
              <a:latin typeface="Calibri"/>
            </a:endParaRPr>
          </a:p>
        </p:txBody>
      </p:sp>
      <p:sp>
        <p:nvSpPr>
          <p:cNvPr id="126" name="Marcador de contenido 2"/>
          <p:cNvSpPr/>
          <p:nvPr/>
        </p:nvSpPr>
        <p:spPr>
          <a:xfrm>
            <a:off x="1981080" y="1417680"/>
            <a:ext cx="4402440" cy="493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Bef>
                <a:spcPts val="360"/>
              </a:spcBef>
            </a:pPr>
            <a:endParaRPr lang="es-CL" sz="1800" b="0" u="none" strike="noStrike">
              <a:solidFill>
                <a:schemeClr val="dk1"/>
              </a:solidFill>
              <a:effectLst/>
              <a:uFillTx/>
              <a:latin typeface="Calibri"/>
            </a:endParaRPr>
          </a:p>
        </p:txBody>
      </p:sp>
      <p:grpSp>
        <p:nvGrpSpPr>
          <p:cNvPr id="127" name="Agrupar 2"/>
          <p:cNvGrpSpPr/>
          <p:nvPr/>
        </p:nvGrpSpPr>
        <p:grpSpPr>
          <a:xfrm>
            <a:off x="0" y="6469920"/>
            <a:ext cx="12191760" cy="387720"/>
            <a:chOff x="0" y="6469920"/>
            <a:chExt cx="12191760" cy="387720"/>
          </a:xfrm>
        </p:grpSpPr>
        <p:sp>
          <p:nvSpPr>
            <p:cNvPr id="128" name="Rectángulo 5"/>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129" name="Rectángulo 6"/>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130" name="Imagen 7"/>
          <p:cNvPicPr/>
          <p:nvPr/>
        </p:nvPicPr>
        <p:blipFill>
          <a:blip r:embed="rId3"/>
          <a:stretch/>
        </p:blipFill>
        <p:spPr>
          <a:xfrm>
            <a:off x="8872200" y="575640"/>
            <a:ext cx="2486520" cy="865440"/>
          </a:xfrm>
          <a:prstGeom prst="rect">
            <a:avLst/>
          </a:prstGeom>
          <a:noFill/>
          <a:ln w="0">
            <a:noFill/>
          </a:ln>
        </p:spPr>
      </p:pic>
      <p:pic>
        <p:nvPicPr>
          <p:cNvPr id="131" name="Imagen 8"/>
          <p:cNvPicPr/>
          <p:nvPr/>
        </p:nvPicPr>
        <p:blipFill>
          <a:blip r:embed="rId4"/>
          <a:stretch/>
        </p:blipFill>
        <p:spPr>
          <a:xfrm>
            <a:off x="10962000" y="3607560"/>
            <a:ext cx="511560" cy="286200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MX" sz="4400" b="0" u="none" strike="noStrike" dirty="0">
                <a:solidFill>
                  <a:schemeClr val="dk1"/>
                </a:solidFill>
                <a:effectLst/>
                <a:uFillTx/>
                <a:latin typeface="Calibri Light"/>
              </a:rPr>
              <a:t>Enunciado 1:rayner</a:t>
            </a:r>
            <a:endParaRPr lang="es-CL" sz="4400" b="0" u="none" strike="noStrike" dirty="0">
              <a:solidFill>
                <a:schemeClr val="dk1"/>
              </a:solidFill>
              <a:effectLst/>
              <a:uFillTx/>
              <a:latin typeface="Calibri"/>
            </a:endParaRPr>
          </a:p>
        </p:txBody>
      </p:sp>
      <p:sp>
        <p:nvSpPr>
          <p:cNvPr id="133"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La cafetería “Café Urbano” desea implementar una aplicación web para que sus clientes puedan consultar el menú actualizado, realizar pedidos en línea y pagar con tarjeta o billeteras virtuales. Los usuarios podrán seleccionar si desean recoger el pedido en el local o recibirlo a domicilio. Una vez hecho el pedido, el sistema debe notificar al cliente sobre el estado (en preparación, listo, entregado). Además, los administradores deben poder actualizar el menú y controlar el estado de los pedidos en tiempo real.</a:t>
            </a:r>
            <a:endParaRPr lang="es-CL" sz="2000" b="0" u="none" strike="noStrike">
              <a:solidFill>
                <a:schemeClr val="dk1"/>
              </a:solidFill>
              <a:effectLst/>
              <a:uFillTx/>
              <a:latin typeface="Calibri"/>
            </a:endParaRPr>
          </a:p>
          <a:p>
            <a:pPr indent="0" defTabSz="914400">
              <a:lnSpc>
                <a:spcPct val="90000"/>
              </a:lnSpc>
              <a:spcBef>
                <a:spcPts val="1001"/>
              </a:spcBef>
              <a:buNone/>
            </a:pP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Público objetivo: clientes habituales, jóvenes familiarizados con la tecnología.</a:t>
            </a: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Objetivo del sistema: agilizar los pedidos y mejorar la experiencia del cliente.</a:t>
            </a: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Restricción: debe integrarse con la plataforma de pago que ya usa la cafetería.</a:t>
            </a:r>
            <a:endParaRPr lang="es-CL" sz="2000" b="0" u="none" strike="noStrike">
              <a:solidFill>
                <a:schemeClr val="dk1"/>
              </a:solidFill>
              <a:effectLst/>
              <a:uFillTx/>
              <a:latin typeface="Calibri"/>
            </a:endParaRPr>
          </a:p>
        </p:txBody>
      </p:sp>
      <p:grpSp>
        <p:nvGrpSpPr>
          <p:cNvPr id="134" name="Agrupar 2"/>
          <p:cNvGrpSpPr/>
          <p:nvPr/>
        </p:nvGrpSpPr>
        <p:grpSpPr>
          <a:xfrm>
            <a:off x="0" y="6469920"/>
            <a:ext cx="12191760" cy="387720"/>
            <a:chOff x="0" y="6469920"/>
            <a:chExt cx="12191760" cy="387720"/>
          </a:xfrm>
        </p:grpSpPr>
        <p:sp>
          <p:nvSpPr>
            <p:cNvPr id="135" name="Rectángulo 6"/>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136" name="Rectángulo 7"/>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137" name="Imagen 8"/>
          <p:cNvPicPr/>
          <p:nvPr/>
        </p:nvPicPr>
        <p:blipFill>
          <a:blip r:embed="rId2"/>
          <a:stretch/>
        </p:blipFill>
        <p:spPr>
          <a:xfrm>
            <a:off x="8872200" y="575640"/>
            <a:ext cx="2486520" cy="865440"/>
          </a:xfrm>
          <a:prstGeom prst="rect">
            <a:avLst/>
          </a:prstGeom>
          <a:noFill/>
          <a:ln w="0">
            <a:noFill/>
          </a:ln>
        </p:spPr>
      </p:pic>
      <p:pic>
        <p:nvPicPr>
          <p:cNvPr id="138" name="Imagen 9"/>
          <p:cNvPicPr/>
          <p:nvPr/>
        </p:nvPicPr>
        <p:blipFill>
          <a:blip r:embed="rId3"/>
          <a:stretch/>
        </p:blipFill>
        <p:spPr>
          <a:xfrm>
            <a:off x="10962000" y="3607560"/>
            <a:ext cx="511560" cy="286200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MX" sz="4400" b="0" u="none" strike="noStrike" dirty="0">
                <a:solidFill>
                  <a:schemeClr val="dk1"/>
                </a:solidFill>
                <a:effectLst/>
                <a:uFillTx/>
                <a:latin typeface="Calibri Light"/>
              </a:rPr>
              <a:t>Enunciado 2: </a:t>
            </a:r>
            <a:r>
              <a:rPr lang="es-MX" sz="4400" b="0" u="none" strike="noStrike" dirty="0" err="1">
                <a:solidFill>
                  <a:schemeClr val="dk1"/>
                </a:solidFill>
                <a:effectLst/>
                <a:uFillTx/>
                <a:latin typeface="Calibri Light"/>
              </a:rPr>
              <a:t>darlen</a:t>
            </a:r>
            <a:r>
              <a:rPr lang="es-MX" sz="4400" b="0" u="none" strike="noStrike" dirty="0">
                <a:solidFill>
                  <a:schemeClr val="dk1"/>
                </a:solidFill>
                <a:effectLst/>
                <a:uFillTx/>
                <a:latin typeface="Calibri Light"/>
              </a:rPr>
              <a:t>  </a:t>
            </a:r>
            <a:r>
              <a:rPr lang="es-MX" sz="4400" b="0" u="none" strike="noStrike" dirty="0" err="1">
                <a:solidFill>
                  <a:schemeClr val="dk1"/>
                </a:solidFill>
                <a:effectLst/>
                <a:uFillTx/>
                <a:latin typeface="Calibri Light"/>
              </a:rPr>
              <a:t>ignacio</a:t>
            </a:r>
            <a:endParaRPr lang="es-CL" sz="4400" b="0" u="none" strike="noStrike" dirty="0">
              <a:solidFill>
                <a:schemeClr val="dk1"/>
              </a:solidFill>
              <a:effectLst/>
              <a:uFillTx/>
              <a:latin typeface="Calibri"/>
            </a:endParaRPr>
          </a:p>
        </p:txBody>
      </p:sp>
      <p:sp>
        <p:nvSpPr>
          <p:cNvPr id="140"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La academia “Formar+” quiere una plataforma web educativa para gestionar cursos online. Los docentes deben poder crear cursos, subir materiales en distintos formatos (PDF, video, enlaces), asignar tareas con fechas límite y calificar a los alumnos. Los estudiantes, por su parte, podrán acceder a los cursos en los que están inscriptos, entregar tareas y ver sus calificaciones. El sistema debe generar alertas automáticas por correo electrónico sobre nuevas tareas o calificaciones publicadas. Además, debe permitir a los administradores gestionar usuarios y generar reportes de actividad.</a:t>
            </a:r>
            <a:endParaRPr lang="es-CL" sz="2000" b="0" u="none" strike="noStrike">
              <a:solidFill>
                <a:schemeClr val="dk1"/>
              </a:solidFill>
              <a:effectLst/>
              <a:uFillTx/>
              <a:latin typeface="Calibri"/>
            </a:endParaRPr>
          </a:p>
          <a:p>
            <a:pPr indent="0" defTabSz="914400">
              <a:lnSpc>
                <a:spcPct val="90000"/>
              </a:lnSpc>
              <a:spcBef>
                <a:spcPts val="1001"/>
              </a:spcBef>
              <a:buNone/>
            </a:pP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Público objetivo: jóvenes y adultos que toman cursos técnicos.</a:t>
            </a: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Requiere seguridad para proteger los datos personales y académicos.</a:t>
            </a: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La plataforma debe funcionar en computadoras y dispositivos móviles.</a:t>
            </a:r>
            <a:endParaRPr lang="es-CL" sz="2000" b="0" u="none" strike="noStrike">
              <a:solidFill>
                <a:schemeClr val="dk1"/>
              </a:solidFill>
              <a:effectLst/>
              <a:uFillTx/>
              <a:latin typeface="Calibri"/>
            </a:endParaRPr>
          </a:p>
        </p:txBody>
      </p:sp>
      <p:grpSp>
        <p:nvGrpSpPr>
          <p:cNvPr id="141" name="Agrupar 2"/>
          <p:cNvGrpSpPr/>
          <p:nvPr/>
        </p:nvGrpSpPr>
        <p:grpSpPr>
          <a:xfrm>
            <a:off x="0" y="6469920"/>
            <a:ext cx="12191760" cy="387720"/>
            <a:chOff x="0" y="6469920"/>
            <a:chExt cx="12191760" cy="387720"/>
          </a:xfrm>
        </p:grpSpPr>
        <p:sp>
          <p:nvSpPr>
            <p:cNvPr id="142" name="Rectángulo 6"/>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143" name="Rectángulo 7"/>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144" name="Imagen 8"/>
          <p:cNvPicPr/>
          <p:nvPr/>
        </p:nvPicPr>
        <p:blipFill>
          <a:blip r:embed="rId2"/>
          <a:stretch/>
        </p:blipFill>
        <p:spPr>
          <a:xfrm>
            <a:off x="8872200" y="575640"/>
            <a:ext cx="2486520" cy="865440"/>
          </a:xfrm>
          <a:prstGeom prst="rect">
            <a:avLst/>
          </a:prstGeom>
          <a:noFill/>
          <a:ln w="0">
            <a:noFill/>
          </a:ln>
        </p:spPr>
      </p:pic>
      <p:pic>
        <p:nvPicPr>
          <p:cNvPr id="145" name="Imagen 9"/>
          <p:cNvPicPr/>
          <p:nvPr/>
        </p:nvPicPr>
        <p:blipFill>
          <a:blip r:embed="rId3"/>
          <a:stretch/>
        </p:blipFill>
        <p:spPr>
          <a:xfrm>
            <a:off x="10962000" y="3607560"/>
            <a:ext cx="511560" cy="286200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MX" sz="4400" b="0" u="none" strike="noStrike" dirty="0">
                <a:solidFill>
                  <a:schemeClr val="dk1"/>
                </a:solidFill>
                <a:effectLst/>
                <a:uFillTx/>
                <a:latin typeface="Calibri Light"/>
              </a:rPr>
              <a:t>Enunciado 3: Flavio</a:t>
            </a:r>
            <a:endParaRPr lang="es-CL" sz="4400" b="0" u="none" strike="noStrike" dirty="0">
              <a:solidFill>
                <a:schemeClr val="dk1"/>
              </a:solidFill>
              <a:effectLst/>
              <a:uFillTx/>
              <a:latin typeface="Calibri"/>
            </a:endParaRPr>
          </a:p>
        </p:txBody>
      </p:sp>
      <p:sp>
        <p:nvSpPr>
          <p:cNvPr id="147"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Una startup fintech quiere lanzar una aplicación móvil que ayude a los usuarios a llevar un control de sus finanzas personales. La app permitirá registrar ingresos y egresos, clasificarlos por categorías (alimentación, transporte, entretenimiento, etc.) y mostrar reportes gráficos por semana o mes. Los usuarios podrán establecer presupuestos por categoría y recibir alertas si se acercan al límite. La aplicación debe funcionar sin conexión y sincronizar los datos con la nube cuando el dispositivo tenga acceso a Internet. También debe ofrecer autenticación segura mediante PIN o huella digital.</a:t>
            </a:r>
            <a:endParaRPr lang="es-CL" sz="2000" b="0" u="none" strike="noStrike">
              <a:solidFill>
                <a:schemeClr val="dk1"/>
              </a:solidFill>
              <a:effectLst/>
              <a:uFillTx/>
              <a:latin typeface="Calibri"/>
            </a:endParaRPr>
          </a:p>
          <a:p>
            <a:pPr indent="0" defTabSz="914400">
              <a:lnSpc>
                <a:spcPct val="90000"/>
              </a:lnSpc>
              <a:spcBef>
                <a:spcPts val="1001"/>
              </a:spcBef>
              <a:buNone/>
            </a:pP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Público objetivo: adultos jóvenes con conocimientos básicos de finanzas.</a:t>
            </a: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Requiere una interfaz amigable y visualmente atractiva.</a:t>
            </a:r>
            <a:endParaRPr lang="es-CL" sz="2000" b="0" u="none" strike="noStrike">
              <a:solidFill>
                <a:schemeClr val="dk1"/>
              </a:solidFill>
              <a:effectLst/>
              <a:uFillTx/>
              <a:latin typeface="Calibri"/>
            </a:endParaRPr>
          </a:p>
          <a:p>
            <a:pPr marL="228600" indent="-228600" defTabSz="914400">
              <a:lnSpc>
                <a:spcPct val="90000"/>
              </a:lnSpc>
              <a:spcBef>
                <a:spcPts val="1001"/>
              </a:spcBef>
              <a:buClr>
                <a:srgbClr val="C00000"/>
              </a:buClr>
              <a:buFont typeface="Arial"/>
              <a:buChar char="•"/>
            </a:pPr>
            <a:r>
              <a:rPr lang="es-MX" sz="2000" b="0" u="none" strike="noStrike">
                <a:solidFill>
                  <a:schemeClr val="dk1"/>
                </a:solidFill>
                <a:effectLst/>
                <a:uFillTx/>
                <a:latin typeface="Calibri"/>
              </a:rPr>
              <a:t>La seguridad de los datos financieros es una prioridad.</a:t>
            </a:r>
            <a:endParaRPr lang="es-CL" sz="2000" b="0" u="none" strike="noStrike">
              <a:solidFill>
                <a:schemeClr val="dk1"/>
              </a:solidFill>
              <a:effectLst/>
              <a:uFillTx/>
              <a:latin typeface="Calibri"/>
            </a:endParaRPr>
          </a:p>
        </p:txBody>
      </p:sp>
      <p:grpSp>
        <p:nvGrpSpPr>
          <p:cNvPr id="148" name="Agrupar 2"/>
          <p:cNvGrpSpPr/>
          <p:nvPr/>
        </p:nvGrpSpPr>
        <p:grpSpPr>
          <a:xfrm>
            <a:off x="0" y="6469920"/>
            <a:ext cx="12191760" cy="387720"/>
            <a:chOff x="0" y="6469920"/>
            <a:chExt cx="12191760" cy="387720"/>
          </a:xfrm>
        </p:grpSpPr>
        <p:sp>
          <p:nvSpPr>
            <p:cNvPr id="149" name="Rectángulo 6"/>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sp>
          <p:nvSpPr>
            <p:cNvPr id="150" name="Rectángulo 7"/>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_tradnl" sz="1800" b="0" u="none" strike="noStrike">
                <a:solidFill>
                  <a:schemeClr val="lt1"/>
                </a:solidFill>
                <a:effectLst/>
                <a:uFillTx/>
                <a:latin typeface="Calibri"/>
              </a:endParaRPr>
            </a:p>
          </p:txBody>
        </p:sp>
      </p:grpSp>
      <p:pic>
        <p:nvPicPr>
          <p:cNvPr id="151" name="Imagen 8"/>
          <p:cNvPicPr/>
          <p:nvPr/>
        </p:nvPicPr>
        <p:blipFill>
          <a:blip r:embed="rId2"/>
          <a:stretch/>
        </p:blipFill>
        <p:spPr>
          <a:xfrm>
            <a:off x="8872200" y="575640"/>
            <a:ext cx="2486520" cy="865440"/>
          </a:xfrm>
          <a:prstGeom prst="rect">
            <a:avLst/>
          </a:prstGeom>
          <a:noFill/>
          <a:ln w="0">
            <a:noFill/>
          </a:ln>
        </p:spPr>
      </p:pic>
      <p:pic>
        <p:nvPicPr>
          <p:cNvPr id="152" name="Imagen 9"/>
          <p:cNvPicPr/>
          <p:nvPr/>
        </p:nvPicPr>
        <p:blipFill>
          <a:blip r:embed="rId3"/>
          <a:stretch/>
        </p:blipFill>
        <p:spPr>
          <a:xfrm>
            <a:off x="10962000" y="3607560"/>
            <a:ext cx="511560" cy="286200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MX" sz="4400" b="0" u="none" strike="noStrike" dirty="0">
                <a:solidFill>
                  <a:schemeClr val="dk1"/>
                </a:solidFill>
                <a:effectLst/>
                <a:uFillTx/>
                <a:latin typeface="Calibri Light"/>
              </a:rPr>
              <a:t>Enunciado 4: Felipe</a:t>
            </a:r>
            <a:endParaRPr lang="es-CL" sz="4400" b="0" u="none" strike="noStrike" dirty="0">
              <a:solidFill>
                <a:schemeClr val="dk1"/>
              </a:solidFill>
              <a:effectLst/>
              <a:uFillTx/>
              <a:latin typeface="Calibri"/>
            </a:endParaRPr>
          </a:p>
        </p:txBody>
      </p:sp>
      <p:sp>
        <p:nvSpPr>
          <p:cNvPr id="154"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fontScale="92500" lnSpcReduction="9999"/>
          </a:bodyPr>
          <a:lstStyle/>
          <a:p>
            <a:pPr marL="228600" indent="-228600" algn="just"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La clínica “Salud Integral” desea implementar un sistema web para gestionar la reserva de horas médicas. Los pacientes deberán registrarse con sus datos personales y podrán agendar citas seleccionando especialidad, médico y horario disponible. El sistema mostrará la disponibilidad en tiempo real y evitará reservas duplicadas. Los pacientes podrán modificar o cancelar sus citas con al menos 24 horas de anticipación. Además, recibirán recordatorios automáticos por correo electrónico y SMS 24 horas antes de la consulta. Por su parte, los médicos podrán acceder a su agenda diaria, visualizar la información básica del paciente y registrar observaciones de cada atención. El personal administrativo podrá gestionar usuarios y generar reportes de citas realizadas, canceladas y ausencias.</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Público objetivo: pacientes, médicos y personal administrativo.</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Objetivo del sistema: optimizar la gestión de citas, reducir ausencias y mejorar la atención.</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Restricción: debe cumplir con normativas de protección de datos sensibles (salud) y asegurar la confidencialidad de la información.</a:t>
            </a:r>
            <a:endParaRPr lang="es-CL" sz="2000" b="0" u="none" strike="noStrike">
              <a:solidFill>
                <a:schemeClr val="dk1"/>
              </a:solidFill>
              <a:effectLst/>
              <a:uFillTx/>
              <a:latin typeface="Calibri"/>
            </a:endParaRPr>
          </a:p>
        </p:txBody>
      </p:sp>
      <p:grpSp>
        <p:nvGrpSpPr>
          <p:cNvPr id="155" name="Agrupar 1"/>
          <p:cNvGrpSpPr/>
          <p:nvPr/>
        </p:nvGrpSpPr>
        <p:grpSpPr>
          <a:xfrm>
            <a:off x="0" y="6469920"/>
            <a:ext cx="12191760" cy="387720"/>
            <a:chOff x="0" y="6469920"/>
            <a:chExt cx="12191760" cy="387720"/>
          </a:xfrm>
        </p:grpSpPr>
        <p:sp>
          <p:nvSpPr>
            <p:cNvPr id="156" name="Rectángulo 1"/>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sp>
          <p:nvSpPr>
            <p:cNvPr id="157" name="Rectángulo 2"/>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grpSp>
      <p:pic>
        <p:nvPicPr>
          <p:cNvPr id="158" name="Imagen 1"/>
          <p:cNvPicPr/>
          <p:nvPr/>
        </p:nvPicPr>
        <p:blipFill>
          <a:blip r:embed="rId2"/>
          <a:stretch/>
        </p:blipFill>
        <p:spPr>
          <a:xfrm>
            <a:off x="8872200" y="575640"/>
            <a:ext cx="2486520" cy="865440"/>
          </a:xfrm>
          <a:prstGeom prst="rect">
            <a:avLst/>
          </a:prstGeom>
          <a:noFill/>
          <a:ln w="0">
            <a:noFill/>
          </a:ln>
        </p:spPr>
      </p:pic>
      <p:pic>
        <p:nvPicPr>
          <p:cNvPr id="159" name="Imagen 5"/>
          <p:cNvPicPr/>
          <p:nvPr/>
        </p:nvPicPr>
        <p:blipFill>
          <a:blip r:embed="rId3"/>
          <a:stretch/>
        </p:blipFill>
        <p:spPr>
          <a:xfrm>
            <a:off x="10962000" y="3607560"/>
            <a:ext cx="511560" cy="286200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MX" sz="4400" b="0" u="none" strike="noStrike" dirty="0">
                <a:solidFill>
                  <a:schemeClr val="dk1"/>
                </a:solidFill>
                <a:effectLst/>
                <a:uFillTx/>
                <a:latin typeface="Calibri Light"/>
              </a:rPr>
              <a:t>Enunciado 5: Felipe</a:t>
            </a:r>
            <a:endParaRPr lang="es-CL" sz="4400" b="0" u="none" strike="noStrike" dirty="0">
              <a:solidFill>
                <a:schemeClr val="dk1"/>
              </a:solidFill>
              <a:effectLst/>
              <a:uFillTx/>
              <a:latin typeface="Calibri"/>
            </a:endParaRPr>
          </a:p>
        </p:txBody>
      </p:sp>
      <p:sp>
        <p:nvSpPr>
          <p:cNvPr id="161"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fontScale="92500" lnSpcReduction="9999"/>
          </a:bodyPr>
          <a:lstStyle/>
          <a:p>
            <a:pPr marL="228600" indent="-228600" algn="just"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La tienda “TecnoMarket” quiere desarrollar una plataforma de comercio electrónico que permita a los usuarios registrarse, iniciar sesión y explorar un catálogo de productos tecnológicos organizado por categorías. Cada producto deberá mostrar descripción, precio, stock disponible e imágenes. Los usuarios podrán agregar productos a un carrito de compras, modificar cantidades y realizar el pago mediante distintos métodos (tarjetas, transferencias u otros). Una vez realizada la compra, el sistema generará una orden y enviará una confirmación al cliente por correo electrónico. Los administradores podrán gestionar el inventario (agregar, editar o eliminar productos), actualizar precios y acceder a reportes de ventas, productos más vendidos y niveles de stock.</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Público objetivo: clientes interesados en tecnología.</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Objetivo del sistema: aumentar las ventas, mejorar la experiencia de compra y digitalizar el negocio.</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Restricción: el sistema debe ser capaz de soportar picos de alta demanda (por ejemplo, en eventos de descuentos) sin degradar su rendimiento.</a:t>
            </a:r>
            <a:endParaRPr lang="es-CL" sz="2000" b="0" u="none" strike="noStrike">
              <a:solidFill>
                <a:schemeClr val="dk1"/>
              </a:solidFill>
              <a:effectLst/>
              <a:uFillTx/>
              <a:latin typeface="Calibri"/>
            </a:endParaRPr>
          </a:p>
        </p:txBody>
      </p:sp>
      <p:grpSp>
        <p:nvGrpSpPr>
          <p:cNvPr id="162" name="Agrupar 3"/>
          <p:cNvGrpSpPr/>
          <p:nvPr/>
        </p:nvGrpSpPr>
        <p:grpSpPr>
          <a:xfrm>
            <a:off x="0" y="6469920"/>
            <a:ext cx="12191760" cy="387720"/>
            <a:chOff x="0" y="6469920"/>
            <a:chExt cx="12191760" cy="387720"/>
          </a:xfrm>
        </p:grpSpPr>
        <p:sp>
          <p:nvSpPr>
            <p:cNvPr id="163" name="Rectángulo 3"/>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sp>
          <p:nvSpPr>
            <p:cNvPr id="164" name="Rectángulo 4"/>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grpSp>
      <p:pic>
        <p:nvPicPr>
          <p:cNvPr id="165" name="Imagen 6"/>
          <p:cNvPicPr/>
          <p:nvPr/>
        </p:nvPicPr>
        <p:blipFill>
          <a:blip r:embed="rId2"/>
          <a:stretch/>
        </p:blipFill>
        <p:spPr>
          <a:xfrm>
            <a:off x="8872200" y="575640"/>
            <a:ext cx="2486520" cy="865440"/>
          </a:xfrm>
          <a:prstGeom prst="rect">
            <a:avLst/>
          </a:prstGeom>
          <a:noFill/>
          <a:ln w="0">
            <a:noFill/>
          </a:ln>
        </p:spPr>
      </p:pic>
      <p:pic>
        <p:nvPicPr>
          <p:cNvPr id="166" name="Imagen 13"/>
          <p:cNvPicPr/>
          <p:nvPr/>
        </p:nvPicPr>
        <p:blipFill>
          <a:blip r:embed="rId3"/>
          <a:stretch/>
        </p:blipFill>
        <p:spPr>
          <a:xfrm>
            <a:off x="10962000" y="3607560"/>
            <a:ext cx="511560" cy="286200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MX" sz="4400" b="0" u="none" strike="noStrike">
                <a:solidFill>
                  <a:schemeClr val="dk1"/>
                </a:solidFill>
                <a:effectLst/>
                <a:uFillTx/>
                <a:latin typeface="Calibri Light"/>
              </a:rPr>
              <a:t>Enunciado 6:</a:t>
            </a:r>
            <a:r>
              <a:rPr lang="es-MX">
                <a:solidFill>
                  <a:schemeClr val="dk1"/>
                </a:solidFill>
                <a:latin typeface="Calibri Light"/>
              </a:rPr>
              <a:t>Sebastian</a:t>
            </a:r>
            <a:endParaRPr lang="es-CL" sz="4400" b="0" u="none" strike="noStrike">
              <a:solidFill>
                <a:schemeClr val="dk1"/>
              </a:solidFill>
              <a:effectLst/>
              <a:uFillTx/>
              <a:latin typeface="Calibri"/>
            </a:endParaRPr>
          </a:p>
        </p:txBody>
      </p:sp>
      <p:sp>
        <p:nvSpPr>
          <p:cNvPr id="168"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fontScale="92500" lnSpcReduction="9999"/>
          </a:bodyPr>
          <a:lstStyle/>
          <a:p>
            <a:pPr marL="228600" indent="-228600" algn="just"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La academia “AprendeYa” necesita una plataforma de aprendizaje en línea donde los estudiantes puedan registrarse, inscribirse en cursos y acceder a contenido educativo como videos, documentos y actividades interactivas. Los cursos estarán organizados en módulos, y cada módulo podrá incluir evaluaciones (cuestionarios o tareas). El sistema deberá permitir a los estudiantes rendir evaluaciones y recibir retroalimentación automática o del docente. Los profesores podrán crear cursos, subir materiales, definir evaluaciones y hacer seguimiento del progreso de los estudiantes. Además, los estudiantes podrán visualizar su avance dentro de cada curso.</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Público objetivo: estudiantes y docentes.</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Objetivo del sistema: facilitar el aprendizaje remoto y mejorar el seguimiento del desempeño académico.</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Restricción: la plataforma debe funcionar correctamente en dispositivos móviles y en condiciones de conectividad limitada (por ejemplo, permitiendo carga progresiva de contenidos).</a:t>
            </a:r>
            <a:endParaRPr lang="es-CL" sz="2000" b="0" u="none" strike="noStrike">
              <a:solidFill>
                <a:schemeClr val="dk1"/>
              </a:solidFill>
              <a:effectLst/>
              <a:uFillTx/>
              <a:latin typeface="Calibri"/>
            </a:endParaRPr>
          </a:p>
        </p:txBody>
      </p:sp>
      <p:grpSp>
        <p:nvGrpSpPr>
          <p:cNvPr id="169" name="Agrupar 6"/>
          <p:cNvGrpSpPr/>
          <p:nvPr/>
        </p:nvGrpSpPr>
        <p:grpSpPr>
          <a:xfrm>
            <a:off x="0" y="6469920"/>
            <a:ext cx="12191760" cy="387720"/>
            <a:chOff x="0" y="6469920"/>
            <a:chExt cx="12191760" cy="387720"/>
          </a:xfrm>
        </p:grpSpPr>
        <p:sp>
          <p:nvSpPr>
            <p:cNvPr id="170" name="Rectángulo 12"/>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sp>
          <p:nvSpPr>
            <p:cNvPr id="171" name="Rectángulo 13"/>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grpSp>
      <p:pic>
        <p:nvPicPr>
          <p:cNvPr id="172" name="Imagen 19"/>
          <p:cNvPicPr/>
          <p:nvPr/>
        </p:nvPicPr>
        <p:blipFill>
          <a:blip r:embed="rId2"/>
          <a:stretch/>
        </p:blipFill>
        <p:spPr>
          <a:xfrm>
            <a:off x="8872200" y="575640"/>
            <a:ext cx="2486520" cy="865440"/>
          </a:xfrm>
          <a:prstGeom prst="rect">
            <a:avLst/>
          </a:prstGeom>
          <a:noFill/>
          <a:ln w="0">
            <a:noFill/>
          </a:ln>
        </p:spPr>
      </p:pic>
      <p:pic>
        <p:nvPicPr>
          <p:cNvPr id="173" name="Imagen 20"/>
          <p:cNvPicPr/>
          <p:nvPr/>
        </p:nvPicPr>
        <p:blipFill>
          <a:blip r:embed="rId3"/>
          <a:stretch/>
        </p:blipFill>
        <p:spPr>
          <a:xfrm>
            <a:off x="10962000" y="3607560"/>
            <a:ext cx="511560" cy="286200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274680"/>
            <a:ext cx="7118280" cy="1142640"/>
          </a:xfrm>
          <a:prstGeom prst="rect">
            <a:avLst/>
          </a:prstGeom>
          <a:noFill/>
          <a:ln w="0">
            <a:noFill/>
          </a:ln>
        </p:spPr>
        <p:txBody>
          <a:bodyPr lIns="91440" tIns="45720" rIns="91440" bIns="45720" anchor="ctr">
            <a:noAutofit/>
          </a:bodyPr>
          <a:lstStyle/>
          <a:p>
            <a:pPr indent="0" defTabSz="914400">
              <a:lnSpc>
                <a:spcPct val="90000"/>
              </a:lnSpc>
              <a:buNone/>
            </a:pPr>
            <a:r>
              <a:rPr lang="es-MX" sz="4400" b="0" u="none" strike="noStrike">
                <a:solidFill>
                  <a:schemeClr val="dk1"/>
                </a:solidFill>
                <a:effectLst/>
                <a:uFillTx/>
                <a:latin typeface="Calibri Light"/>
              </a:rPr>
              <a:t>Enunciado 7:</a:t>
            </a:r>
            <a:endParaRPr lang="es-CL" sz="4400" b="0" u="none" strike="noStrike">
              <a:solidFill>
                <a:schemeClr val="dk1"/>
              </a:solidFill>
              <a:effectLst/>
              <a:uFillTx/>
              <a:latin typeface="Calibri"/>
            </a:endParaRPr>
          </a:p>
        </p:txBody>
      </p:sp>
      <p:sp>
        <p:nvSpPr>
          <p:cNvPr id="175" name="PlaceHolder 2"/>
          <p:cNvSpPr>
            <a:spLocks noGrp="1"/>
          </p:cNvSpPr>
          <p:nvPr>
            <p:ph/>
          </p:nvPr>
        </p:nvSpPr>
        <p:spPr>
          <a:xfrm>
            <a:off x="609480" y="1600200"/>
            <a:ext cx="10352160" cy="4525560"/>
          </a:xfrm>
          <a:prstGeom prst="rect">
            <a:avLst/>
          </a:prstGeom>
          <a:noFill/>
          <a:ln w="0">
            <a:noFill/>
          </a:ln>
        </p:spPr>
        <p:txBody>
          <a:bodyPr lIns="91440" tIns="45720" rIns="91440" bIns="45720" anchor="t">
            <a:normAutofit lnSpcReduction="9999"/>
          </a:bodyPr>
          <a:lstStyle/>
          <a:p>
            <a:pPr marL="228600" indent="-228600" algn="just"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La empresa de transporte “MoveFast” desea desarrollar una aplicación que permita a los usuarios solicitar viajes dentro de la ciudad. Para ello, los usuarios deberán registrarse, ingresar su ubicación actual y destino, y recibir una estimación del costo y tiempo de llegada. Una vez solicitado el viaje, el sistema asignará automáticamente un conductor disponible cercano. El usuario podrá visualizar en tiempo real la ubicación del vehículo hasta su llegada. Al finalizar el viaje, el usuario podrá calificar al conductor y ver un resumen del recorrido. Los conductores podrán registrarse, aceptar o rechazar solicitudes de viaje, visualizar rutas sugeridas y acceder a su historial de viajes y ganancias.</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Público objetivo: usuarios urbanos y conductores.</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Objetivo del sistema: optimizar el servicio de transporte, reduciendo tiempos de espera y mejorando la experiencia del usuario.</a:t>
            </a:r>
            <a:endParaRPr lang="es-CL" sz="2000" b="0" u="none" strike="noStrike">
              <a:solidFill>
                <a:schemeClr val="dk1"/>
              </a:solidFill>
              <a:effectLst/>
              <a:uFillTx/>
              <a:latin typeface="Calibri"/>
            </a:endParaRPr>
          </a:p>
          <a:p>
            <a:pPr marL="228600" indent="-228600" defTabSz="914400">
              <a:lnSpc>
                <a:spcPct val="90000"/>
              </a:lnSpc>
              <a:spcBef>
                <a:spcPts val="1191"/>
              </a:spcBef>
              <a:spcAft>
                <a:spcPts val="992"/>
              </a:spcAft>
              <a:buClr>
                <a:srgbClr val="C00000"/>
              </a:buClr>
              <a:buFont typeface="Arial"/>
              <a:buChar char="•"/>
            </a:pPr>
            <a:r>
              <a:rPr lang="es-MX" sz="2000" b="0" u="none" strike="noStrike">
                <a:solidFill>
                  <a:schemeClr val="dk1"/>
                </a:solidFill>
                <a:effectLst/>
                <a:uFillTx/>
                <a:latin typeface="Calibri"/>
              </a:rPr>
              <a:t>Restricción: el sistema debe integrarse con servicios de geolocalización en tiempo real y garantizar tiempos de respuesta bajos para la asignación de viajes.</a:t>
            </a:r>
            <a:endParaRPr lang="es-CL" sz="2000" b="0" u="none" strike="noStrike">
              <a:solidFill>
                <a:schemeClr val="dk1"/>
              </a:solidFill>
              <a:effectLst/>
              <a:uFillTx/>
              <a:latin typeface="Calibri"/>
            </a:endParaRPr>
          </a:p>
        </p:txBody>
      </p:sp>
      <p:grpSp>
        <p:nvGrpSpPr>
          <p:cNvPr id="176" name="Agrupar 5"/>
          <p:cNvGrpSpPr/>
          <p:nvPr/>
        </p:nvGrpSpPr>
        <p:grpSpPr>
          <a:xfrm>
            <a:off x="0" y="6469920"/>
            <a:ext cx="12191760" cy="387720"/>
            <a:chOff x="0" y="6469920"/>
            <a:chExt cx="12191760" cy="387720"/>
          </a:xfrm>
        </p:grpSpPr>
        <p:sp>
          <p:nvSpPr>
            <p:cNvPr id="177" name="Rectángulo 10"/>
            <p:cNvSpPr/>
            <p:nvPr/>
          </p:nvSpPr>
          <p:spPr>
            <a:xfrm>
              <a:off x="0" y="6469920"/>
              <a:ext cx="6248160" cy="3877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sp>
          <p:nvSpPr>
            <p:cNvPr id="178" name="Rectángulo 11"/>
            <p:cNvSpPr/>
            <p:nvPr/>
          </p:nvSpPr>
          <p:spPr>
            <a:xfrm>
              <a:off x="5943600" y="6761160"/>
              <a:ext cx="6248160" cy="9648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s-ES_tradnl" sz="1800" b="0" u="none" strike="noStrike">
                <a:solidFill>
                  <a:schemeClr val="lt1"/>
                </a:solidFill>
                <a:effectLst/>
                <a:uFillTx/>
                <a:latin typeface="Calibri"/>
              </a:endParaRPr>
            </a:p>
          </p:txBody>
        </p:sp>
      </p:grpSp>
      <p:pic>
        <p:nvPicPr>
          <p:cNvPr id="179" name="Imagen 17"/>
          <p:cNvPicPr/>
          <p:nvPr/>
        </p:nvPicPr>
        <p:blipFill>
          <a:blip r:embed="rId2"/>
          <a:stretch/>
        </p:blipFill>
        <p:spPr>
          <a:xfrm>
            <a:off x="8872200" y="575640"/>
            <a:ext cx="2486520" cy="865440"/>
          </a:xfrm>
          <a:prstGeom prst="rect">
            <a:avLst/>
          </a:prstGeom>
          <a:noFill/>
          <a:ln w="0">
            <a:noFill/>
          </a:ln>
        </p:spPr>
      </p:pic>
      <p:pic>
        <p:nvPicPr>
          <p:cNvPr id="180" name="Imagen 18"/>
          <p:cNvPicPr/>
          <p:nvPr/>
        </p:nvPicPr>
        <p:blipFill>
          <a:blip r:embed="rId3"/>
          <a:stretch/>
        </p:blipFill>
        <p:spPr>
          <a:xfrm>
            <a:off x="10962000" y="3607560"/>
            <a:ext cx="511560" cy="286200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ext Box 8"/>
          <p:cNvSpPr/>
          <p:nvPr/>
        </p:nvSpPr>
        <p:spPr>
          <a:xfrm>
            <a:off x="3303360" y="5887440"/>
            <a:ext cx="685764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400" b="1" u="none" strike="noStrike">
                <a:solidFill>
                  <a:schemeClr val="lt1"/>
                </a:solidFill>
                <a:effectLst/>
                <a:uFillTx/>
                <a:latin typeface="Arial"/>
              </a:rPr>
              <a:t>ARICA - CHILE</a:t>
            </a:r>
            <a:endParaRPr lang="es-ES" sz="2400" b="0" u="none" strike="noStrike">
              <a:solidFill>
                <a:srgbClr val="000000"/>
              </a:solidFill>
              <a:effectLst/>
              <a:uFillTx/>
              <a:latin typeface="Arial"/>
            </a:endParaRPr>
          </a:p>
        </p:txBody>
      </p:sp>
      <p:pic>
        <p:nvPicPr>
          <p:cNvPr id="182" name="Imagen 11"/>
          <p:cNvPicPr/>
          <p:nvPr/>
        </p:nvPicPr>
        <p:blipFill>
          <a:blip r:embed="rId3"/>
          <a:stretch/>
        </p:blipFill>
        <p:spPr>
          <a:xfrm>
            <a:off x="0" y="1080"/>
            <a:ext cx="12191760" cy="6430680"/>
          </a:xfrm>
          <a:prstGeom prst="rect">
            <a:avLst/>
          </a:prstGeom>
          <a:noFill/>
          <a:ln w="0">
            <a:noFill/>
          </a:ln>
        </p:spPr>
      </p:pic>
      <p:sp>
        <p:nvSpPr>
          <p:cNvPr id="183" name="Rectangle 18"/>
          <p:cNvSpPr/>
          <p:nvPr/>
        </p:nvSpPr>
        <p:spPr>
          <a:xfrm flipV="1">
            <a:off x="0" y="12600"/>
            <a:ext cx="5972040" cy="6417000"/>
          </a:xfrm>
          <a:prstGeom prst="rect">
            <a:avLst/>
          </a:prstGeom>
          <a:gradFill rotWithShape="0">
            <a:gsLst>
              <a:gs pos="32000">
                <a:srgbClr val="0070C0"/>
              </a:gs>
              <a:gs pos="100000">
                <a:srgbClr val="F6F8FC">
                  <a:alpha val="0"/>
                </a:srgbClr>
              </a:gs>
            </a:gsLst>
            <a:lin ang="16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CL" sz="1800" b="0" u="none" strike="noStrike">
              <a:solidFill>
                <a:schemeClr val="lt1"/>
              </a:solidFill>
              <a:effectLst/>
              <a:uFillTx/>
              <a:latin typeface="Calibri"/>
            </a:endParaRPr>
          </a:p>
        </p:txBody>
      </p:sp>
      <p:sp>
        <p:nvSpPr>
          <p:cNvPr id="184" name="Rectangle 18"/>
          <p:cNvSpPr/>
          <p:nvPr/>
        </p:nvSpPr>
        <p:spPr>
          <a:xfrm flipV="1">
            <a:off x="0" y="5687640"/>
            <a:ext cx="12191760" cy="11696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CL" sz="1800" b="0" u="none" strike="noStrike">
              <a:solidFill>
                <a:schemeClr val="lt1"/>
              </a:solidFill>
              <a:effectLst/>
              <a:uFillTx/>
              <a:latin typeface="Calibri"/>
            </a:endParaRPr>
          </a:p>
        </p:txBody>
      </p:sp>
      <p:pic>
        <p:nvPicPr>
          <p:cNvPr id="185" name="Imagen 16"/>
          <p:cNvPicPr/>
          <p:nvPr/>
        </p:nvPicPr>
        <p:blipFill>
          <a:blip r:embed="rId4"/>
          <a:stretch/>
        </p:blipFill>
        <p:spPr>
          <a:xfrm>
            <a:off x="6732360" y="2950920"/>
            <a:ext cx="4281840" cy="1496160"/>
          </a:xfrm>
          <a:prstGeom prst="rect">
            <a:avLst/>
          </a:prstGeom>
          <a:noFill/>
          <a:ln w="0">
            <a:noFill/>
          </a:ln>
        </p:spPr>
      </p:pic>
      <p:pic>
        <p:nvPicPr>
          <p:cNvPr id="186" name="Imagen 2"/>
          <p:cNvPicPr/>
          <p:nvPr/>
        </p:nvPicPr>
        <p:blipFill>
          <a:blip r:embed="rId5">
            <a:alphaModFix amt="31000"/>
          </a:blip>
          <a:stretch/>
        </p:blipFill>
        <p:spPr>
          <a:xfrm>
            <a:off x="0" y="2419560"/>
            <a:ext cx="5965920" cy="1620720"/>
          </a:xfrm>
          <a:prstGeom prst="rect">
            <a:avLst/>
          </a:prstGeom>
          <a:noFill/>
          <a:ln w="0">
            <a:noFill/>
          </a:ln>
        </p:spPr>
      </p:pic>
      <p:pic>
        <p:nvPicPr>
          <p:cNvPr id="187" name="Imagen 4" descr="Interfaz de usuario gráfica, Aplicación&#10;&#10;Descripción generada automáticamente"/>
          <p:cNvPicPr/>
          <p:nvPr/>
        </p:nvPicPr>
        <p:blipFill>
          <a:blip r:embed="rId6"/>
          <a:stretch/>
        </p:blipFill>
        <p:spPr>
          <a:xfrm>
            <a:off x="953280" y="4230000"/>
            <a:ext cx="4059720" cy="1439640"/>
          </a:xfrm>
          <a:prstGeom prst="rect">
            <a:avLst/>
          </a:prstGeom>
          <a:noFill/>
          <a:ln w="0">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3468</TotalTime>
  <Words>1591</Words>
  <Application>Microsoft Office PowerPoint</Application>
  <PresentationFormat>Panorámica</PresentationFormat>
  <Paragraphs>98</Paragraphs>
  <Slides>16</Slides>
  <Notes>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16</vt:i4>
      </vt:variant>
    </vt:vector>
  </HeadingPairs>
  <TitlesOfParts>
    <vt:vector size="23" baseType="lpstr">
      <vt:lpstr>Arial</vt:lpstr>
      <vt:lpstr>Calibri</vt:lpstr>
      <vt:lpstr>Calibri Light</vt:lpstr>
      <vt:lpstr>Symbol</vt:lpstr>
      <vt:lpstr>Times New Roman</vt:lpstr>
      <vt:lpstr>Wingdings</vt:lpstr>
      <vt:lpstr>Tema de Office</vt:lpstr>
      <vt:lpstr>Presentación de PowerPoint</vt:lpstr>
      <vt:lpstr>Presentación de PowerPoint</vt:lpstr>
      <vt:lpstr>Requerimientos</vt:lpstr>
      <vt:lpstr>Requerimientos Funcionales</vt:lpstr>
      <vt:lpstr>Requerimientos Funcionales</vt:lpstr>
      <vt:lpstr>Requerimientos No Funcionales</vt:lpstr>
      <vt:lpstr>Requerimientos No Funcionales</vt:lpstr>
      <vt:lpstr>Actividad</vt:lpstr>
      <vt:lpstr>Enunciado 1:rayner</vt:lpstr>
      <vt:lpstr>Enunciado 2: darlen  ignacio</vt:lpstr>
      <vt:lpstr>Enunciado 3: Flavio</vt:lpstr>
      <vt:lpstr>Enunciado 4: Felipe</vt:lpstr>
      <vt:lpstr>Enunciado 5: Felipe</vt:lpstr>
      <vt:lpstr>Enunciado 6:Sebastian</vt:lpstr>
      <vt:lpstr>Enunciado 7:</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Alejandro Rodriguez</dc:creator>
  <dc:description/>
  <cp:lastModifiedBy>Diego Supanta</cp:lastModifiedBy>
  <cp:revision>221</cp:revision>
  <dcterms:created xsi:type="dcterms:W3CDTF">2019-05-21T16:47:52Z</dcterms:created>
  <dcterms:modified xsi:type="dcterms:W3CDTF">2026-04-07T19:10:54Z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Panorámica</vt:lpwstr>
  </property>
  <property fmtid="{D5CDD505-2E9C-101B-9397-08002B2CF9AE}" pid="4" name="Slides">
    <vt:i4>12</vt:i4>
  </property>
</Properties>
</file>