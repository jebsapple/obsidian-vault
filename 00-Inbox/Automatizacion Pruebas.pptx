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0000"/>
              </a:lnSpc>
            </a:pPr>
            <a:r>
              <a:rPr lang="es-CL" sz="4400" b="0" u="none" strike="noStrike">
                <a:solidFill>
                  <a:schemeClr val="dk1"/>
                </a:solidFill>
                <a:effectLst/>
                <a:uFillTx/>
                <a:latin typeface="Calibri Light"/>
              </a:rPr>
              <a:t>Pulse para desplazar la diapositiva</a:t>
            </a:r>
            <a:endParaRPr lang="es-CL" sz="4400" b="0" u="none" strike="noStrike">
              <a:solidFill>
                <a:schemeClr val="dk1"/>
              </a:solidFill>
              <a:effectLst/>
              <a:uFillTx/>
              <a:latin typeface="Calibri Light"/>
            </a:endParaRPr>
          </a:p>
        </p:txBody>
      </p:sp>
      <p:sp>
        <p:nvSpPr>
          <p:cNvPr id="6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68"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69"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70"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71"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7DEBF74D-09DE-4B1D-A551-31BB9516D5C0}"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685800" y="1143000"/>
            <a:ext cx="5486040" cy="3085920"/>
          </a:xfrm>
          <a:prstGeom prst="rect">
            <a:avLst/>
          </a:prstGeom>
          <a:ln w="0">
            <a:noFill/>
          </a:ln>
        </p:spPr>
      </p:sp>
      <p:sp>
        <p:nvSpPr>
          <p:cNvPr id="1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15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ES_tradnl" sz="1200" b="0" u="none" strike="noStrike">
                <a:solidFill>
                  <a:schemeClr val="dk1"/>
                </a:solidFill>
                <a:effectLst/>
                <a:uFillTx/>
                <a:latin typeface="+mn-lt"/>
                <a:ea typeface="+mn-ea"/>
              </a:defRPr>
            </a:lvl1pPr>
          </a:lstStyle>
          <a:p>
            <a:pPr indent="0" algn="r" defTabSz="914400">
              <a:lnSpc>
                <a:spcPct val="100000"/>
              </a:lnSpc>
              <a:buNone/>
            </a:pPr>
            <a:fld id="{739A1B58-F32A-4E0B-8CBE-EB18EFD38E53}" type="slidenum">
              <a:rPr lang="es-ES_tradn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685800" y="1143000"/>
            <a:ext cx="5486040" cy="3085920"/>
          </a:xfrm>
          <a:prstGeom prst="rect">
            <a:avLst/>
          </a:prstGeom>
          <a:ln w="0">
            <a:noFill/>
          </a:ln>
        </p:spPr>
      </p:sp>
      <p:sp>
        <p:nvSpPr>
          <p:cNvPr id="1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15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ES_tradnl" sz="1200" b="0" u="none" strike="noStrike">
                <a:solidFill>
                  <a:schemeClr val="dk1"/>
                </a:solidFill>
                <a:effectLst/>
                <a:uFillTx/>
                <a:latin typeface="+mn-lt"/>
                <a:ea typeface="+mn-ea"/>
              </a:defRPr>
            </a:lvl1pPr>
          </a:lstStyle>
          <a:p>
            <a:pPr indent="0" algn="r" defTabSz="914400">
              <a:lnSpc>
                <a:spcPct val="100000"/>
              </a:lnSpc>
              <a:buNone/>
            </a:pPr>
            <a:fld id="{68B0C790-2D0A-43E7-9A60-6390CB4A03BB}" type="slidenum">
              <a:rPr lang="es-ES_tradn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685800" y="1143000"/>
            <a:ext cx="5486040" cy="3085920"/>
          </a:xfrm>
          <a:prstGeom prst="rect">
            <a:avLst/>
          </a:prstGeom>
          <a:ln w="0">
            <a:noFill/>
          </a:ln>
        </p:spPr>
      </p:sp>
      <p:sp>
        <p:nvSpPr>
          <p:cNvPr id="1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5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C226E084-C15A-41C4-9B54-6362CDCA286D}"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685800" y="1143000"/>
            <a:ext cx="5486040" cy="3085920"/>
          </a:xfrm>
          <a:prstGeom prst="rect">
            <a:avLst/>
          </a:prstGeom>
          <a:ln w="0">
            <a:noFill/>
          </a:ln>
        </p:spPr>
      </p:sp>
      <p:sp>
        <p:nvSpPr>
          <p:cNvPr id="1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5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C1A70298-7226-49BC-A50E-CE641749B558}"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6040" cy="3085920"/>
          </a:xfrm>
          <a:prstGeom prst="rect">
            <a:avLst/>
          </a:prstGeom>
          <a:ln w="0">
            <a:noFill/>
          </a:ln>
        </p:spPr>
      </p:sp>
      <p:sp>
        <p:nvSpPr>
          <p:cNvPr id="1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6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6EB80C83-38FC-4377-B4B7-5CC17139E431}"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6040" cy="3085920"/>
          </a:xfrm>
          <a:prstGeom prst="rect">
            <a:avLst/>
          </a:prstGeom>
          <a:ln w="0">
            <a:noFill/>
          </a:ln>
        </p:spPr>
      </p:sp>
      <p:sp>
        <p:nvSpPr>
          <p:cNvPr id="1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6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ADF26F7A-E691-4A27-B56B-DD8E49C2FD16}"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6040" cy="3085920"/>
          </a:xfrm>
          <a:prstGeom prst="rect">
            <a:avLst/>
          </a:prstGeom>
          <a:ln w="0">
            <a:noFill/>
          </a:ln>
        </p:spPr>
      </p:sp>
      <p:sp>
        <p:nvSpPr>
          <p:cNvPr id="1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68"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9D3EF900-FE92-4228-B4B6-8FC628F22163}"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7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54BC59B8-5C13-4ED9-AEB5-BE1786213766}"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6040" cy="3085920"/>
          </a:xfrm>
          <a:prstGeom prst="rect">
            <a:avLst/>
          </a:prstGeom>
          <a:ln w="0">
            <a:noFill/>
          </a:ln>
        </p:spPr>
      </p:sp>
      <p:sp>
        <p:nvSpPr>
          <p:cNvPr id="1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7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BCEF79D8-B517-49F8-B12C-7D99475BC42B}"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6040" cy="3085920"/>
          </a:xfrm>
          <a:prstGeom prst="rect">
            <a:avLst/>
          </a:prstGeom>
          <a:ln w="0">
            <a:noFill/>
          </a:ln>
        </p:spPr>
      </p:sp>
      <p:sp>
        <p:nvSpPr>
          <p:cNvPr id="1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ES_tradnl" sz="2000" b="0" u="none" strike="noStrike">
                <a:solidFill>
                  <a:srgbClr val="000000"/>
                </a:solidFill>
                <a:effectLst/>
                <a:uFillTx/>
                <a:latin typeface="Arial"/>
              </a:rPr>
              <a:t> </a:t>
            </a:r>
            <a:endParaRPr lang="es-ES" sz="2000" b="0" u="none" strike="noStrike">
              <a:solidFill>
                <a:srgbClr val="000000"/>
              </a:solidFill>
              <a:effectLst/>
              <a:uFillTx/>
              <a:latin typeface="Arial"/>
            </a:endParaRPr>
          </a:p>
        </p:txBody>
      </p:sp>
      <p:sp>
        <p:nvSpPr>
          <p:cNvPr id="177"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ES_tradnl" sz="1200" b="0" u="none" strike="noStrike">
                <a:solidFill>
                  <a:schemeClr val="dk1"/>
                </a:solidFill>
                <a:effectLst/>
                <a:uFillTx/>
                <a:latin typeface="+mn-lt"/>
                <a:ea typeface="+mn-ea"/>
              </a:defRPr>
            </a:lvl1pPr>
          </a:lstStyle>
          <a:p>
            <a:pPr indent="0" algn="r" defTabSz="914400">
              <a:lnSpc>
                <a:spcPct val="100000"/>
              </a:lnSpc>
              <a:buNone/>
            </a:pPr>
            <a:fld id="{F9321E9C-9C95-4CA8-B2AE-4F0F836B7CD9}" type="slidenum">
              <a:rPr lang="es-ES_tradn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s-ES" sz="6000" b="0" u="none" strike="noStrike">
                <a:solidFill>
                  <a:schemeClr val="dk1"/>
                </a:solidFill>
                <a:effectLst/>
                <a:uFillTx/>
                <a:latin typeface="Calibri Light"/>
              </a:defRPr>
            </a:lvl1pPr>
          </a:lstStyle>
          <a:p>
            <a:pPr indent="0" algn="ctr" defTabSz="914400">
              <a:lnSpc>
                <a:spcPct val="90000"/>
              </a:lnSpc>
              <a:buNone/>
            </a:pPr>
            <a:r>
              <a:rPr lang="es-ES" sz="6000" b="0" u="none" strike="noStrike">
                <a:solidFill>
                  <a:schemeClr val="dk1"/>
                </a:solidFill>
                <a:effectLst/>
                <a:uFillTx/>
                <a:latin typeface="Calibri Light"/>
              </a:rPr>
              <a:t>Haga clic para modificar el estilo de título del patrón</a:t>
            </a:r>
            <a:endParaRPr lang="es-CL" sz="6000" b="0" u="none" strike="noStrike">
              <a:solidFill>
                <a:schemeClr val="dk1"/>
              </a:solidFill>
              <a:effectLst/>
              <a:uFillTx/>
              <a:latin typeface="Calibri Light"/>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BFC2F4A0-2F2E-48A7-85A5-633B9A692FEC}"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Light"/>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16F8994E-A1A6-4699-A1CC-91270DA27EC0}"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Light"/>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197C59F8-B717-474F-8D01-7BACF0765563}"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ítulo y objetos">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lvl1pPr indent="0" algn="l" defTabSz="914400">
              <a:lnSpc>
                <a:spcPct val="90000"/>
              </a:lnSpc>
              <a:buNone/>
              <a:defRPr lang="es-ES_tradnl" sz="4400" b="0" u="none" strike="noStrike">
                <a:solidFill>
                  <a:schemeClr val="dk1"/>
                </a:solidFill>
                <a:effectLst/>
                <a:uFillTx/>
                <a:latin typeface="Calibri Light"/>
              </a:defRPr>
            </a:lvl1pPr>
          </a:lstStyle>
          <a:p>
            <a:pPr indent="0" algn="l" defTabSz="914400">
              <a:lnSpc>
                <a:spcPct val="90000"/>
              </a:lnSpc>
              <a:buNone/>
            </a:pPr>
            <a:r>
              <a:rPr lang="es-ES_tradnl" sz="4400" b="0" u="none" strike="noStrike">
                <a:solidFill>
                  <a:schemeClr val="dk1"/>
                </a:solidFill>
                <a:effectLst/>
                <a:uFillTx/>
                <a:latin typeface="Calibri Light"/>
              </a:rPr>
              <a:t>Clic para editar título</a:t>
            </a:r>
            <a:endParaRPr lang="es-CL" sz="4400" b="0" u="none" strike="noStrike">
              <a:solidFill>
                <a:schemeClr val="dk1"/>
              </a:solidFill>
              <a:effectLst/>
              <a:uFillTx/>
              <a:latin typeface="Calibri Light"/>
            </a:endParaRPr>
          </a:p>
        </p:txBody>
      </p:sp>
      <p:sp>
        <p:nvSpPr>
          <p:cNvPr id="17" name="PlaceHolder 2"/>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457200">
              <a:lnSpc>
                <a:spcPct val="100000"/>
              </a:lnSpc>
              <a:buNone/>
              <a:defRPr lang="es-ES" sz="1200" b="0" u="none" strike="noStrike">
                <a:solidFill>
                  <a:srgbClr val="8B8B8B"/>
                </a:solidFill>
                <a:effectLst/>
                <a:uFillTx/>
                <a:latin typeface="Calibri"/>
              </a:defRPr>
            </a:lvl1pPr>
          </a:lstStyle>
          <a:p>
            <a:pPr indent="0" algn="l" defTabSz="457200">
              <a:lnSpc>
                <a:spcPct val="100000"/>
              </a:lnSpc>
              <a:buNone/>
            </a:pPr>
            <a:r>
              <a:rPr lang="es-ES" sz="1200" b="0" u="none" strike="noStrike">
                <a:solidFill>
                  <a:srgbClr val="8B8B8B"/>
                </a:solidFill>
                <a:effectLst/>
                <a:uFillTx/>
                <a:latin typeface="Calibri"/>
              </a:rPr>
              <a:t>&lt;fecha/hora&gt;</a:t>
            </a:r>
            <a:endParaRPr lang="es-ES" sz="1200" b="0" u="none" strike="noStrike">
              <a:solidFill>
                <a:srgbClr val="000000"/>
              </a:solidFill>
              <a:effectLst/>
              <a:uFillTx/>
              <a:latin typeface="Times New Roman"/>
            </a:endParaRPr>
          </a:p>
        </p:txBody>
      </p:sp>
      <p:sp>
        <p:nvSpPr>
          <p:cNvPr id="18" name="PlaceHolder 3"/>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9" name="PlaceHolder 4"/>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s-ES" sz="1200" b="0" u="none" strike="noStrike">
                <a:solidFill>
                  <a:srgbClr val="8B8B8B"/>
                </a:solidFill>
                <a:effectLst/>
                <a:uFillTx/>
                <a:latin typeface="Calibri"/>
              </a:defRPr>
            </a:lvl1pPr>
          </a:lstStyle>
          <a:p>
            <a:pPr indent="0" algn="r" defTabSz="457200">
              <a:lnSpc>
                <a:spcPct val="100000"/>
              </a:lnSpc>
              <a:buNone/>
            </a:pPr>
            <a:fld id="{6FA76487-0D8E-4469-A83B-2F283122463A}" type="slidenum">
              <a:rPr lang="es-ES" sz="1200" b="0" u="none" strike="noStrike">
                <a:solidFill>
                  <a:srgbClr val="8B8B8B"/>
                </a:solidFill>
                <a:effectLst/>
                <a:uFillTx/>
                <a:latin typeface="Calibri"/>
              </a:rPr>
              <a:t>&lt;número&gt;</a:t>
            </a:fld>
            <a:endParaRPr lang="es-ES" sz="1200" b="0" u="none" strike="noStrike">
              <a:solidFill>
                <a:srgbClr val="000000"/>
              </a:solidFill>
              <a:effectLst/>
              <a:uFillTx/>
              <a:latin typeface="Times New Roman"/>
            </a:endParaRPr>
          </a:p>
        </p:txBody>
      </p:sp>
      <p:sp>
        <p:nvSpPr>
          <p:cNvPr id="20" name="PlaceHolder 5"/>
          <p:cNvSpPr>
            <a:spLocks noGrp="1"/>
          </p:cNvSpPr>
          <p:nvPr>
            <p:ph type="body"/>
          </p:nvPr>
        </p:nvSpPr>
        <p:spPr>
          <a:xfrm>
            <a:off x="609480" y="1600200"/>
            <a:ext cx="10972440" cy="4525560"/>
          </a:xfrm>
          <a:prstGeom prst="rect">
            <a:avLst/>
          </a:prstGeom>
          <a:noFill/>
          <a:ln w="0">
            <a:noFill/>
          </a:ln>
        </p:spPr>
        <p:txBody>
          <a:bodyPr lIns="91440" tIns="45720" rIns="91440" bIns="45720" anchor="t">
            <a:normAutofit/>
          </a:bodyPr>
          <a:lstStyle>
            <a:lvl1pPr algn="l" defTabSz="914400">
              <a:lnSpc>
                <a:spcPct val="90000"/>
              </a:lnSpc>
              <a:spcBef>
                <a:spcPts val="1001"/>
              </a:spcBef>
              <a:buClr>
                <a:srgbClr val="C00000"/>
              </a:buClr>
              <a:buFont typeface="Arial"/>
              <a:buChar char="•"/>
              <a:defRPr lang="es-ES_tradnl" sz="2800" b="0" u="none" strike="noStrike">
                <a:solidFill>
                  <a:schemeClr val="dk1"/>
                </a:solidFill>
                <a:effectLst/>
                <a:uFillTx/>
                <a:latin typeface="Calibri"/>
              </a:defRPr>
            </a:lvl1pPr>
            <a:lvl2pPr lvl="1" algn="l" defTabSz="914400">
              <a:lnSpc>
                <a:spcPct val="90000"/>
              </a:lnSpc>
              <a:spcBef>
                <a:spcPts val="499"/>
              </a:spcBef>
              <a:buClr>
                <a:srgbClr val="C00000"/>
              </a:buClr>
              <a:buFont typeface="Arial"/>
              <a:buChar char="•"/>
              <a:defRPr lang="es-ES_tradnl" sz="2400" b="0" u="none" strike="noStrike">
                <a:solidFill>
                  <a:schemeClr val="dk1"/>
                </a:solidFill>
                <a:effectLst/>
                <a:uFillTx/>
                <a:latin typeface="Calibri"/>
              </a:defRPr>
            </a:lvl2pPr>
            <a:lvl3pPr lvl="2" algn="l" defTabSz="914400">
              <a:lnSpc>
                <a:spcPct val="90000"/>
              </a:lnSpc>
              <a:spcBef>
                <a:spcPts val="499"/>
              </a:spcBef>
              <a:buClr>
                <a:srgbClr val="C00000"/>
              </a:buClr>
              <a:buFont typeface="Arial"/>
              <a:buChar char="•"/>
              <a:defRPr lang="es-ES_tradnl" sz="2000" b="0" u="none" strike="noStrike">
                <a:solidFill>
                  <a:schemeClr val="dk1"/>
                </a:solidFill>
                <a:effectLst/>
                <a:uFillTx/>
                <a:latin typeface="Calibri"/>
              </a:defRPr>
            </a:lvl3pPr>
            <a:lvl4pPr lvl="3" algn="l" defTabSz="914400">
              <a:lnSpc>
                <a:spcPct val="90000"/>
              </a:lnSpc>
              <a:spcBef>
                <a:spcPts val="499"/>
              </a:spcBef>
              <a:buClr>
                <a:srgbClr val="C00000"/>
              </a:buClr>
              <a:buFont typeface="Arial"/>
              <a:buChar char="•"/>
              <a:defRPr lang="es-ES_tradnl" sz="1800" b="0" u="none" strike="noStrike">
                <a:solidFill>
                  <a:schemeClr val="dk1"/>
                </a:solidFill>
                <a:effectLst/>
                <a:uFillTx/>
                <a:latin typeface="Calibri"/>
              </a:defRPr>
            </a:lvl4pPr>
            <a:lvl5pPr lvl="4" algn="l" defTabSz="914400">
              <a:lnSpc>
                <a:spcPct val="90000"/>
              </a:lnSpc>
              <a:spcBef>
                <a:spcPts val="499"/>
              </a:spcBef>
              <a:buClr>
                <a:srgbClr val="C00000"/>
              </a:buClr>
              <a:buFont typeface="Arial"/>
              <a:buChar char="•"/>
              <a:defRPr lang="es-ES_tradnl" sz="1800" b="0" u="none" strike="noStrike">
                <a:solidFill>
                  <a:schemeClr val="dk1"/>
                </a:solidFill>
                <a:effectLst/>
                <a:uFillTx/>
                <a:latin typeface="Calibri"/>
              </a:defRPr>
            </a:lvl5pPr>
          </a:lstStyle>
          <a:p>
            <a:pPr marL="228600" indent="-228600" algn="l" defTabSz="914400">
              <a:lnSpc>
                <a:spcPct val="90000"/>
              </a:lnSpc>
              <a:spcBef>
                <a:spcPts val="1001"/>
              </a:spcBef>
              <a:buClr>
                <a:srgbClr val="C00000"/>
              </a:buClr>
              <a:buFont typeface="Arial"/>
              <a:buChar char="•"/>
            </a:pPr>
            <a:r>
              <a:rPr lang="es-ES_tradnl" sz="2800" b="0" u="none" strike="noStrike">
                <a:solidFill>
                  <a:schemeClr val="dk1"/>
                </a:solidFill>
                <a:effectLst/>
                <a:uFillTx/>
                <a:latin typeface="Calibri"/>
              </a:rPr>
              <a:t>Haga clic para modificar el estilo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C00000"/>
              </a:buClr>
              <a:buFont typeface="Arial"/>
              <a:buChar char="•"/>
            </a:pPr>
            <a:r>
              <a:rPr lang="es-ES_tradnl"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C00000"/>
              </a:buClr>
              <a:buFont typeface="Arial"/>
              <a:buChar char="•"/>
            </a:pPr>
            <a:r>
              <a:rPr lang="es-ES_tradnl"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C00000"/>
              </a:buClr>
              <a:buFont typeface="Arial"/>
              <a:buChar char="•"/>
            </a:pPr>
            <a:r>
              <a:rPr lang="es-ES_tradnl"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C00000"/>
              </a:buClr>
              <a:buFont typeface="Arial"/>
              <a:buChar char="•"/>
            </a:pPr>
            <a:r>
              <a:rPr lang="es-ES_tradnl"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Light"/>
            </a:endParaRPr>
          </a:p>
        </p:txBody>
      </p:sp>
      <p:sp>
        <p:nvSpPr>
          <p:cNvPr id="22"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48179D92-690A-434D-8CCC-8D1D10518192}"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s-ES" sz="6000" b="0" u="none" strike="noStrike">
                <a:solidFill>
                  <a:schemeClr val="dk1"/>
                </a:solidFill>
                <a:effectLst/>
                <a:uFillTx/>
                <a:latin typeface="Calibri Light"/>
              </a:defRPr>
            </a:lvl1pPr>
          </a:lstStyle>
          <a:p>
            <a:pPr indent="0" algn="l" defTabSz="914400">
              <a:lnSpc>
                <a:spcPct val="90000"/>
              </a:lnSpc>
              <a:buNone/>
            </a:pPr>
            <a:r>
              <a:rPr lang="es-ES" sz="6000" b="0" u="none" strike="noStrike">
                <a:solidFill>
                  <a:schemeClr val="dk1"/>
                </a:solidFill>
                <a:effectLst/>
                <a:uFillTx/>
                <a:latin typeface="Calibri Light"/>
              </a:rPr>
              <a:t>Haga clic para modificar el estilo de título del patrón</a:t>
            </a:r>
            <a:endParaRPr lang="es-CL" sz="6000" b="0" u="none" strike="noStrike">
              <a:solidFill>
                <a:schemeClr val="dk1"/>
              </a:solidFill>
              <a:effectLst/>
              <a:uFillTx/>
              <a:latin typeface="Calibri Light"/>
            </a:endParaRPr>
          </a:p>
        </p:txBody>
      </p:sp>
      <p:sp>
        <p:nvSpPr>
          <p:cNvPr id="27"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s-ES" sz="2400" b="0" u="none" strike="noStrike">
                <a:solidFill>
                  <a:schemeClr val="dk1">
                    <a:tint val="75000"/>
                  </a:schemeClr>
                </a:solidFill>
                <a:effectLst/>
                <a:uFillTx/>
                <a:latin typeface="Calibri"/>
              </a:rPr>
              <a:t>Haga clic para modificar los estilos de texto del patrón</a:t>
            </a:r>
            <a:endParaRPr lang="es-CL" sz="2400" b="0" u="none" strike="noStrike">
              <a:solidFill>
                <a:schemeClr val="dk1">
                  <a:tint val="75000"/>
                </a:schemeClr>
              </a:solidFill>
              <a:effectLst/>
              <a:uFillTx/>
              <a:latin typeface="Calibri"/>
            </a:endParaRPr>
          </a:p>
        </p:txBody>
      </p:sp>
      <p:sp>
        <p:nvSpPr>
          <p:cNvPr id="28"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9"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0"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5594D6E5-896C-45B8-BB3B-12778839E0D8}"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Light"/>
            </a:endParaRPr>
          </a:p>
        </p:txBody>
      </p:sp>
      <p:sp>
        <p:nvSpPr>
          <p:cNvPr id="32"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33"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34" name="PlaceHolder 4"/>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5" name="PlaceHolder 5"/>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6" name="PlaceHolder 6"/>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67DB5FC9-197B-439D-9571-5BA7906B911D}"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Light"/>
            </a:endParaRPr>
          </a:p>
        </p:txBody>
      </p:sp>
      <p:sp>
        <p:nvSpPr>
          <p:cNvPr id="38"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s-E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CL" sz="2400" b="0" u="none" strike="noStrike">
              <a:solidFill>
                <a:schemeClr val="dk1"/>
              </a:solidFill>
              <a:effectLst/>
              <a:uFillTx/>
              <a:latin typeface="Calibri"/>
            </a:endParaRPr>
          </a:p>
        </p:txBody>
      </p:sp>
      <p:sp>
        <p:nvSpPr>
          <p:cNvPr id="39"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40"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s-E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CL" sz="2400" b="0" u="none" strike="noStrike">
              <a:solidFill>
                <a:schemeClr val="dk1"/>
              </a:solidFill>
              <a:effectLst/>
              <a:uFillTx/>
              <a:latin typeface="Calibri"/>
            </a:endParaRPr>
          </a:p>
        </p:txBody>
      </p:sp>
      <p:sp>
        <p:nvSpPr>
          <p:cNvPr id="41"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42" name="PlaceHolder 6"/>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3" name="PlaceHolder 7"/>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4" name="PlaceHolder 8"/>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48E16890-3647-4A92-941E-E41255214115}"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el título">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Light"/>
            </a:endParaRPr>
          </a:p>
        </p:txBody>
      </p:sp>
      <p:sp>
        <p:nvSpPr>
          <p:cNvPr id="46" name="PlaceHolder 2"/>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7" name="PlaceHolder 3"/>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8" name="PlaceHolder 4"/>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E99825BE-9B03-449E-B7FF-3D81DD36DA3D}"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0" name="PlaceHolder 2"/>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1" name="PlaceHolder 3"/>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11B897D9-160A-48FD-B44E-99DF3B6CC3BE}"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52"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s-CL" sz="4400" b="0" u="none" strike="noStrike">
                <a:solidFill>
                  <a:schemeClr val="dk1"/>
                </a:solidFill>
                <a:effectLst/>
                <a:uFillTx/>
                <a:latin typeface="Calibri Light"/>
              </a:defRPr>
            </a:lvl1pPr>
          </a:lstStyle>
          <a:p>
            <a:pPr indent="0" algn="l" defTabSz="914400">
              <a:lnSpc>
                <a:spcPct val="90000"/>
              </a:lnSpc>
              <a:buNone/>
            </a:pPr>
            <a:r>
              <a:rPr lang="es-CL" sz="4400" b="0" u="none" strike="noStrike">
                <a:solidFill>
                  <a:schemeClr val="dk1"/>
                </a:solidFill>
                <a:effectLst/>
                <a:uFillTx/>
                <a:latin typeface="Calibri Light"/>
              </a:rPr>
              <a:t>Pulse para editar el formato del texto de título</a:t>
            </a:r>
            <a:endParaRPr lang="es-CL" sz="4400" b="0" u="none" strike="noStrike">
              <a:solidFill>
                <a:schemeClr val="dk1"/>
              </a:solidFill>
              <a:effectLst/>
              <a:uFillTx/>
              <a:latin typeface="Calibri Light"/>
            </a:endParaRPr>
          </a:p>
        </p:txBody>
      </p:sp>
      <p:sp>
        <p:nvSpPr>
          <p:cNvPr id="53"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s-CL"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s-CL"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s-CL"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s-CL"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s-CL"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s-CL"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s-CL"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s-CL" sz="2800" b="0" u="none" strike="noStrike">
                <a:solidFill>
                  <a:schemeClr val="dk1"/>
                </a:solidFill>
                <a:effectLst/>
                <a:uFillTx/>
                <a:latin typeface="Calibri"/>
              </a:rPr>
              <a:t>Pulse para editar el formato de texto del esquema</a:t>
            </a:r>
            <a:endParaRPr lang="es-CL"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s-CL" sz="2400" b="0" u="none" strike="noStrike">
                <a:solidFill>
                  <a:schemeClr val="dk1"/>
                </a:solidFill>
                <a:effectLst/>
                <a:uFillTx/>
                <a:latin typeface="Calibri"/>
              </a:rPr>
              <a:t>Segundo nivel del esquema</a:t>
            </a:r>
            <a:endParaRPr lang="es-CL"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s-CL" sz="2000" b="0" u="none" strike="noStrike">
                <a:solidFill>
                  <a:schemeClr val="dk1"/>
                </a:solidFill>
                <a:effectLst/>
                <a:uFillTx/>
                <a:latin typeface="Calibri"/>
              </a:rPr>
              <a:t>Tercer nivel del esquema</a:t>
            </a:r>
            <a:endParaRPr lang="es-CL"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s-CL" sz="1800" b="0" u="none" strike="noStrike">
                <a:solidFill>
                  <a:schemeClr val="dk1"/>
                </a:solidFill>
                <a:effectLst/>
                <a:uFillTx/>
                <a:latin typeface="Calibri"/>
              </a:rPr>
              <a:t>Cuarto nivel del esquema</a:t>
            </a:r>
            <a:endParaRPr lang="es-CL"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s-CL" sz="1800" b="0" u="none" strike="noStrike">
                <a:solidFill>
                  <a:schemeClr val="dk1"/>
                </a:solidFill>
                <a:effectLst/>
                <a:uFillTx/>
                <a:latin typeface="Calibri"/>
              </a:rPr>
              <a:t>Quinto nivel del esquema</a:t>
            </a:r>
            <a:endParaRPr lang="es-CL"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Sexto nivel del esquema</a:t>
            </a:r>
            <a:endParaRPr lang="es-CL"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Séptimo nivel del esquema</a:t>
            </a:r>
            <a:endParaRPr lang="es-CL" sz="2000" b="0" u="none" strike="noStrike">
              <a:solidFill>
                <a:schemeClr val="dk1"/>
              </a:solidFill>
              <a:effectLst/>
              <a:uFillTx/>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s-ES" sz="3200" b="0" u="none" strike="noStrike">
                <a:solidFill>
                  <a:schemeClr val="dk1"/>
                </a:solidFill>
                <a:effectLst/>
                <a:uFillTx/>
                <a:latin typeface="Calibri Light"/>
              </a:defRPr>
            </a:lvl1pPr>
          </a:lstStyle>
          <a:p>
            <a:pPr indent="0" algn="l" defTabSz="914400">
              <a:lnSpc>
                <a:spcPct val="90000"/>
              </a:lnSpc>
              <a:buNone/>
            </a:pPr>
            <a:r>
              <a:rPr lang="es-ES" sz="3200" b="0" u="none" strike="noStrike">
                <a:solidFill>
                  <a:schemeClr val="dk1"/>
                </a:solidFill>
                <a:effectLst/>
                <a:uFillTx/>
                <a:latin typeface="Calibri Light"/>
              </a:rPr>
              <a:t>Haga clic para modificar el estilo de título del patrón</a:t>
            </a:r>
            <a:endParaRPr lang="es-CL" sz="3200" b="0" u="none" strike="noStrike">
              <a:solidFill>
                <a:schemeClr val="dk1"/>
              </a:solidFill>
              <a:effectLst/>
              <a:uFillTx/>
              <a:latin typeface="Calibri Light"/>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3200" b="0" u="none" strike="noStrike">
                <a:solidFill>
                  <a:schemeClr val="dk1"/>
                </a:solidFill>
                <a:effectLst/>
                <a:uFillTx/>
                <a:latin typeface="Calibri"/>
              </a:rPr>
              <a:t>Haga clic para modificar los estilos de texto del patrón</a:t>
            </a:r>
            <a:endParaRPr lang="es-CL"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800" b="0" u="none" strike="noStrike">
                <a:solidFill>
                  <a:schemeClr val="dk1"/>
                </a:solidFill>
                <a:effectLst/>
                <a:uFillTx/>
                <a:latin typeface="Calibri"/>
              </a:rPr>
              <a:t>Segundo nivel</a:t>
            </a:r>
            <a:endParaRPr lang="es-CL"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Tercer nivel</a:t>
            </a:r>
            <a:endParaRPr lang="es-CL"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Cuarto nivel</a:t>
            </a:r>
            <a:endParaRPr lang="es-CL"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Quinto nivel</a:t>
            </a:r>
            <a:endParaRPr lang="es-CL" sz="2000" b="0" u="none" strike="noStrike">
              <a:solidFill>
                <a:schemeClr val="dk1"/>
              </a:solidFill>
              <a:effectLst/>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endParaRPr lang="es-CL" sz="1600" b="0" u="none" strike="noStrik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FA4E32F9-FFE0-4ACE-937B-9BE359AA4477}"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título">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s-ES" sz="3200" b="0" u="none" strike="noStrike">
                <a:solidFill>
                  <a:schemeClr val="dk1"/>
                </a:solidFill>
                <a:effectLst/>
                <a:uFillTx/>
                <a:latin typeface="Calibri Light"/>
              </a:defRPr>
            </a:lvl1pPr>
          </a:lstStyle>
          <a:p>
            <a:pPr indent="0" algn="l" defTabSz="914400">
              <a:lnSpc>
                <a:spcPct val="90000"/>
              </a:lnSpc>
              <a:buNone/>
            </a:pPr>
            <a:r>
              <a:rPr lang="es-ES" sz="3200" b="0" u="none" strike="noStrike">
                <a:solidFill>
                  <a:schemeClr val="dk1"/>
                </a:solidFill>
                <a:effectLst/>
                <a:uFillTx/>
                <a:latin typeface="Calibri Light"/>
              </a:rPr>
              <a:t>Haga clic para modificar el estilo de título del patrón</a:t>
            </a:r>
            <a:endParaRPr lang="es-CL" sz="3200" b="0" u="none" strike="noStrike">
              <a:solidFill>
                <a:schemeClr val="dk1"/>
              </a:solidFill>
              <a:effectLst/>
              <a:uFillTx/>
              <a:latin typeface="Calibri Light"/>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s-CL"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s-CL" sz="32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s-CL" sz="32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s-CL" sz="32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s-CL" sz="32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s-CL" sz="32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s-CL" sz="3200" b="0" u="none" strike="noStrike">
                <a:solidFill>
                  <a:schemeClr val="dk1"/>
                </a:solidFill>
                <a:effectLst/>
                <a:uFillTx/>
                <a:latin typeface="Calibri"/>
              </a:defRPr>
            </a:lvl7pPr>
          </a:lstStyle>
          <a:p>
            <a:pPr algn="l" defTabSz="914400">
              <a:lnSpc>
                <a:spcPct val="90000"/>
              </a:lnSpc>
              <a:spcBef>
                <a:spcPts val="1001"/>
              </a:spcBef>
              <a:buClr>
                <a:srgbClr val="000000"/>
              </a:buClr>
              <a:buFont typeface="Arial"/>
              <a:buChar char="•"/>
              <a:tabLst>
                <a:tab pos="0" algn="l"/>
              </a:tabLst>
            </a:pPr>
            <a:r>
              <a:rPr lang="es-CL" sz="3200" b="0" u="none" strike="noStrike">
                <a:solidFill>
                  <a:schemeClr val="dk1"/>
                </a:solidFill>
                <a:effectLst/>
                <a:uFillTx/>
                <a:latin typeface="Calibri"/>
              </a:rPr>
              <a:t>Pulse para editar el formato de texto del esquema</a:t>
            </a:r>
            <a:endParaRPr lang="es-CL" sz="3200" b="0" u="none" strike="noStrike">
              <a:solidFill>
                <a:schemeClr val="dk1"/>
              </a:solidFill>
              <a:effectLst/>
              <a:uFillTx/>
              <a:latin typeface="Calibri"/>
            </a:endParaRPr>
          </a:p>
          <a:p>
            <a:pPr marL="457200" lvl="1" algn="l" defTabSz="914400">
              <a:lnSpc>
                <a:spcPct val="90000"/>
              </a:lnSpc>
              <a:spcBef>
                <a:spcPts val="499"/>
              </a:spcBef>
              <a:buClr>
                <a:srgbClr val="000000"/>
              </a:buClr>
              <a:buSzPct val="75000"/>
              <a:buFont typeface="Symbol" charset="2"/>
              <a:buChar char=""/>
            </a:pPr>
            <a:r>
              <a:rPr lang="es-CL" sz="3200" b="0" u="none" strike="noStrike">
                <a:solidFill>
                  <a:schemeClr val="dk1"/>
                </a:solidFill>
                <a:effectLst/>
                <a:uFillTx/>
                <a:latin typeface="Calibri"/>
              </a:rPr>
              <a:t>Segundo nivel del esquema</a:t>
            </a:r>
            <a:endParaRPr lang="es-CL" sz="3200" b="0" u="none" strike="noStrike">
              <a:solidFill>
                <a:schemeClr val="dk1"/>
              </a:solidFill>
              <a:effectLst/>
              <a:uFillTx/>
              <a:latin typeface="Calibri"/>
            </a:endParaRPr>
          </a:p>
          <a:p>
            <a:pPr marL="914400" lvl="2" algn="l" defTabSz="914400">
              <a:lnSpc>
                <a:spcPct val="90000"/>
              </a:lnSpc>
              <a:spcBef>
                <a:spcPts val="499"/>
              </a:spcBef>
              <a:buClr>
                <a:srgbClr val="000000"/>
              </a:buClr>
              <a:buSzPct val="45000"/>
              <a:buFont typeface="Wingdings" charset="2"/>
              <a:buChar char=""/>
            </a:pPr>
            <a:r>
              <a:rPr lang="es-CL" sz="3200" b="0" u="none" strike="noStrike">
                <a:solidFill>
                  <a:schemeClr val="dk1"/>
                </a:solidFill>
                <a:effectLst/>
                <a:uFillTx/>
                <a:latin typeface="Calibri"/>
              </a:rPr>
              <a:t>Tercer nivel del esquema</a:t>
            </a:r>
            <a:endParaRPr lang="es-CL" sz="3200" b="0" u="none" strike="noStrike">
              <a:solidFill>
                <a:schemeClr val="dk1"/>
              </a:solidFill>
              <a:effectLst/>
              <a:uFillTx/>
              <a:latin typeface="Calibri"/>
            </a:endParaRPr>
          </a:p>
          <a:p>
            <a:pPr marL="1371600" lvl="3" algn="l" defTabSz="914400">
              <a:lnSpc>
                <a:spcPct val="90000"/>
              </a:lnSpc>
              <a:spcBef>
                <a:spcPts val="499"/>
              </a:spcBef>
              <a:buClr>
                <a:srgbClr val="000000"/>
              </a:buClr>
              <a:buSzPct val="75000"/>
              <a:buFont typeface="Symbol" charset="2"/>
              <a:buChar char=""/>
            </a:pPr>
            <a:r>
              <a:rPr lang="es-CL" sz="3200" b="0" u="none" strike="noStrike">
                <a:solidFill>
                  <a:schemeClr val="dk1"/>
                </a:solidFill>
                <a:effectLst/>
                <a:uFillTx/>
                <a:latin typeface="Calibri"/>
              </a:rPr>
              <a:t>Cuarto nivel del esquema</a:t>
            </a:r>
            <a:endParaRPr lang="es-CL" sz="3200" b="0" u="none" strike="noStrike">
              <a:solidFill>
                <a:schemeClr val="dk1"/>
              </a:solidFill>
              <a:effectLst/>
              <a:uFillTx/>
              <a:latin typeface="Calibri"/>
            </a:endParaRPr>
          </a:p>
          <a:p>
            <a:pPr marL="1828800" lvl="4" algn="l" defTabSz="914400">
              <a:lnSpc>
                <a:spcPct val="90000"/>
              </a:lnSpc>
              <a:spcBef>
                <a:spcPts val="499"/>
              </a:spcBef>
              <a:buClr>
                <a:srgbClr val="000000"/>
              </a:buClr>
              <a:buSzPct val="45000"/>
              <a:buFont typeface="Wingdings" charset="2"/>
              <a:buChar char=""/>
            </a:pPr>
            <a:r>
              <a:rPr lang="es-CL" sz="3200" b="0" u="none" strike="noStrike">
                <a:solidFill>
                  <a:schemeClr val="dk1"/>
                </a:solidFill>
                <a:effectLst/>
                <a:uFillTx/>
                <a:latin typeface="Calibri"/>
              </a:rPr>
              <a:t>Quinto nivel del esquema</a:t>
            </a:r>
            <a:endParaRPr lang="es-CL" sz="3200" b="0" u="none" strike="noStrike">
              <a:solidFill>
                <a:schemeClr val="dk1"/>
              </a:solidFill>
              <a:effectLst/>
              <a:uFillTx/>
              <a:latin typeface="Calibri"/>
            </a:endParaRPr>
          </a:p>
          <a:p>
            <a:pPr marL="2286000" lvl="5" algn="l" defTabSz="914400">
              <a:lnSpc>
                <a:spcPct val="90000"/>
              </a:lnSpc>
              <a:spcBef>
                <a:spcPts val="283"/>
              </a:spcBef>
              <a:buClr>
                <a:srgbClr val="000000"/>
              </a:buClr>
              <a:buSzPct val="45000"/>
              <a:buFont typeface="Wingdings" charset="2"/>
              <a:buChar char=""/>
            </a:pPr>
            <a:r>
              <a:rPr lang="es-CL" sz="3200" b="0" u="none" strike="noStrike">
                <a:solidFill>
                  <a:schemeClr val="dk1"/>
                </a:solidFill>
                <a:effectLst/>
                <a:uFillTx/>
                <a:latin typeface="Calibri"/>
              </a:rPr>
              <a:t>Sexto nivel del esquema</a:t>
            </a:r>
            <a:endParaRPr lang="es-CL" sz="3200" b="0" u="none" strike="noStrike">
              <a:solidFill>
                <a:schemeClr val="dk1"/>
              </a:solidFill>
              <a:effectLst/>
              <a:uFillTx/>
              <a:latin typeface="Calibri"/>
            </a:endParaRPr>
          </a:p>
          <a:p>
            <a:pPr marL="2743200" lvl="6" algn="l" defTabSz="914400">
              <a:lnSpc>
                <a:spcPct val="90000"/>
              </a:lnSpc>
              <a:spcBef>
                <a:spcPts val="283"/>
              </a:spcBef>
              <a:buClr>
                <a:srgbClr val="000000"/>
              </a:buClr>
              <a:buSzPct val="45000"/>
              <a:buFont typeface="Wingdings" charset="2"/>
              <a:buChar char=""/>
            </a:pPr>
            <a:r>
              <a:rPr lang="es-CL" sz="3200" b="0" u="none" strike="noStrike">
                <a:solidFill>
                  <a:schemeClr val="dk1"/>
                </a:solidFill>
                <a:effectLst/>
                <a:uFillTx/>
                <a:latin typeface="Calibri"/>
              </a:rPr>
              <a:t>Séptimo nivel del esquema</a:t>
            </a:r>
            <a:endParaRPr lang="es-CL" sz="3200" b="0" u="none" strike="noStrike">
              <a:solidFill>
                <a:schemeClr val="dk1"/>
              </a:solidFill>
              <a:effectLst/>
              <a:uFillTx/>
              <a:latin typeface="Calibri"/>
            </a:endParaRP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endParaRPr lang="es-CL" sz="1600" b="0" u="none" strike="noStrike">
              <a:solidFill>
                <a:schemeClr val="dk1"/>
              </a:solidFill>
              <a:effectLst/>
              <a:uFillTx/>
              <a:latin typeface="Calibri"/>
            </a:endParaRPr>
          </a:p>
        </p:txBody>
      </p:sp>
      <p:sp>
        <p:nvSpPr>
          <p:cNvPr id="63" name="PlaceHolder 4"/>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64" name="PlaceHolder 5"/>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4936DC8C-38D9-4B04-B092-0F16F4A293A4}"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slideLayout" Target="../slideLayouts/slideLayout10.xml"/><Relationship Id="rId9"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5.png"/><Relationship Id="rId3" Type="http://schemas.openxmlformats.org/officeDocument/2006/relationships/slideLayout" Target="../slideLayouts/slideLayout10.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4.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slideLayout" Target="../slideLayouts/slideLayout10.xml"/><Relationship Id="rId6"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Imagen 12"/>
          <p:cNvPicPr/>
          <p:nvPr/>
        </p:nvPicPr>
        <p:blipFill>
          <a:blip r:embed="rId1"/>
          <a:stretch/>
        </p:blipFill>
        <p:spPr>
          <a:xfrm>
            <a:off x="1316160" y="2826360"/>
            <a:ext cx="10875600" cy="2227320"/>
          </a:xfrm>
          <a:prstGeom prst="rect">
            <a:avLst/>
          </a:prstGeom>
          <a:noFill/>
          <a:ln w="0">
            <a:noFill/>
          </a:ln>
        </p:spPr>
      </p:pic>
      <p:sp>
        <p:nvSpPr>
          <p:cNvPr id="73" name="Rectangle 18"/>
          <p:cNvSpPr/>
          <p:nvPr/>
        </p:nvSpPr>
        <p:spPr>
          <a:xfrm flipV="1">
            <a:off x="0" y="-17640"/>
            <a:ext cx="12191760" cy="35470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CL" sz="1800" b="0" u="none" strike="noStrike">
              <a:solidFill>
                <a:schemeClr val="lt1"/>
              </a:solidFill>
              <a:effectLst/>
              <a:uFillTx/>
              <a:latin typeface="Calibri"/>
            </a:endParaRPr>
          </a:p>
        </p:txBody>
      </p:sp>
      <p:pic>
        <p:nvPicPr>
          <p:cNvPr id="74" name="Imagen 11"/>
          <p:cNvPicPr/>
          <p:nvPr/>
        </p:nvPicPr>
        <p:blipFill>
          <a:blip r:embed="rId2"/>
          <a:stretch/>
        </p:blipFill>
        <p:spPr>
          <a:xfrm>
            <a:off x="558000" y="5803200"/>
            <a:ext cx="2745000" cy="940680"/>
          </a:xfrm>
          <a:prstGeom prst="rect">
            <a:avLst/>
          </a:prstGeom>
          <a:noFill/>
          <a:ln w="0">
            <a:noFill/>
          </a:ln>
        </p:spPr>
      </p:pic>
      <p:pic>
        <p:nvPicPr>
          <p:cNvPr id="75" name="Imagen 4"/>
          <p:cNvPicPr/>
          <p:nvPr/>
        </p:nvPicPr>
        <p:blipFill>
          <a:blip r:embed="rId3">
            <a:alphaModFix amt="6000"/>
          </a:blip>
          <a:stretch/>
        </p:blipFill>
        <p:spPr>
          <a:xfrm>
            <a:off x="0" y="373320"/>
            <a:ext cx="12191760" cy="3312360"/>
          </a:xfrm>
          <a:prstGeom prst="rect">
            <a:avLst/>
          </a:prstGeom>
          <a:noFill/>
          <a:ln w="0">
            <a:noFill/>
          </a:ln>
        </p:spPr>
      </p:pic>
      <p:pic>
        <p:nvPicPr>
          <p:cNvPr id="76" name="Imagen 8"/>
          <p:cNvPicPr/>
          <p:nvPr/>
        </p:nvPicPr>
        <p:blipFill>
          <a:blip r:embed="rId4"/>
          <a:stretch/>
        </p:blipFill>
        <p:spPr>
          <a:xfrm>
            <a:off x="0" y="3530520"/>
            <a:ext cx="3393720" cy="3327120"/>
          </a:xfrm>
          <a:prstGeom prst="rect">
            <a:avLst/>
          </a:prstGeom>
          <a:noFill/>
          <a:ln w="0">
            <a:noFill/>
          </a:ln>
        </p:spPr>
      </p:pic>
      <p:pic>
        <p:nvPicPr>
          <p:cNvPr id="77" name="Imagen 10"/>
          <p:cNvPicPr/>
          <p:nvPr/>
        </p:nvPicPr>
        <p:blipFill>
          <a:blip r:embed="rId5"/>
          <a:stretch/>
        </p:blipFill>
        <p:spPr>
          <a:xfrm>
            <a:off x="928080" y="1073160"/>
            <a:ext cx="2671560" cy="933480"/>
          </a:xfrm>
          <a:prstGeom prst="rect">
            <a:avLst/>
          </a:prstGeom>
          <a:noFill/>
          <a:ln w="0">
            <a:noFill/>
          </a:ln>
        </p:spPr>
      </p:pic>
      <p:pic>
        <p:nvPicPr>
          <p:cNvPr id="78" name="Imagen 7"/>
          <p:cNvPicPr/>
          <p:nvPr/>
        </p:nvPicPr>
        <p:blipFill>
          <a:blip r:embed="rId6"/>
          <a:stretch/>
        </p:blipFill>
        <p:spPr>
          <a:xfrm>
            <a:off x="6095880" y="1050480"/>
            <a:ext cx="5303160" cy="281520"/>
          </a:xfrm>
          <a:prstGeom prst="rect">
            <a:avLst/>
          </a:prstGeom>
          <a:noFill/>
          <a:ln w="0">
            <a:noFill/>
          </a:ln>
        </p:spPr>
      </p:pic>
      <p:pic>
        <p:nvPicPr>
          <p:cNvPr id="79" name="Imagen 2" descr="Imagen que contiene alimentos&#10;&#10;Descripción generada automáticamente"/>
          <p:cNvPicPr/>
          <p:nvPr/>
        </p:nvPicPr>
        <p:blipFill>
          <a:blip r:embed="rId7"/>
          <a:stretch/>
        </p:blipFill>
        <p:spPr>
          <a:xfrm>
            <a:off x="8798040" y="5356800"/>
            <a:ext cx="2971440" cy="1079280"/>
          </a:xfrm>
          <a:prstGeom prst="rect">
            <a:avLst/>
          </a:prstGeom>
          <a:noFill/>
          <a:ln w="0">
            <a:noFill/>
          </a:ln>
        </p:spPr>
      </p:pic>
      <p:sp>
        <p:nvSpPr>
          <p:cNvPr id="80" name="CuadroTexto 3"/>
          <p:cNvSpPr/>
          <p:nvPr/>
        </p:nvSpPr>
        <p:spPr>
          <a:xfrm>
            <a:off x="8616240" y="6468480"/>
            <a:ext cx="3498480" cy="36900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s-CL" sz="1800" b="0" u="none" strike="noStrike">
                <a:solidFill>
                  <a:srgbClr val="004C8B"/>
                </a:solidFill>
                <a:effectLst/>
                <a:uFillTx/>
                <a:latin typeface="Calibri"/>
              </a:rPr>
              <a:t>INGENIERÍA CIVIL EN INFORMÁTICA</a:t>
            </a: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Text Box 8"/>
          <p:cNvSpPr/>
          <p:nvPr/>
        </p:nvSpPr>
        <p:spPr>
          <a:xfrm>
            <a:off x="3303360" y="5887440"/>
            <a:ext cx="6857640" cy="4611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400" b="1" u="none" strike="noStrike">
                <a:solidFill>
                  <a:schemeClr val="lt1"/>
                </a:solidFill>
                <a:effectLst/>
                <a:uFillTx/>
                <a:latin typeface="Arial"/>
              </a:rPr>
              <a:t>ARICA - CHILE</a:t>
            </a:r>
            <a:endParaRPr lang="es-ES" sz="2400" b="0" u="none" strike="noStrike">
              <a:solidFill>
                <a:srgbClr val="000000"/>
              </a:solidFill>
              <a:effectLst/>
              <a:uFillTx/>
              <a:latin typeface="Arial"/>
            </a:endParaRPr>
          </a:p>
        </p:txBody>
      </p:sp>
      <p:pic>
        <p:nvPicPr>
          <p:cNvPr id="82" name="Imagen 3"/>
          <p:cNvPicPr/>
          <p:nvPr/>
        </p:nvPicPr>
        <p:blipFill>
          <a:blip r:embed="rId1"/>
          <a:stretch/>
        </p:blipFill>
        <p:spPr>
          <a:xfrm>
            <a:off x="0" y="-32040"/>
            <a:ext cx="12191760" cy="6889680"/>
          </a:xfrm>
          <a:prstGeom prst="rect">
            <a:avLst/>
          </a:prstGeom>
          <a:noFill/>
          <a:ln w="0">
            <a:noFill/>
          </a:ln>
        </p:spPr>
      </p:pic>
      <p:pic>
        <p:nvPicPr>
          <p:cNvPr id="83" name="Imagen 16"/>
          <p:cNvPicPr/>
          <p:nvPr/>
        </p:nvPicPr>
        <p:blipFill>
          <a:blip r:embed="rId2"/>
          <a:stretch/>
        </p:blipFill>
        <p:spPr>
          <a:xfrm>
            <a:off x="8603640" y="1073160"/>
            <a:ext cx="2671560" cy="9334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fontScale="92500" lnSpcReduction="9999"/>
          </a:bodyPr>
          <a:p>
            <a:pPr indent="0" algn="l" defTabSz="914400">
              <a:lnSpc>
                <a:spcPct val="90000"/>
              </a:lnSpc>
              <a:buNone/>
            </a:pPr>
            <a:r>
              <a:rPr lang="es-MX" sz="4400" b="0" u="none" strike="noStrike">
                <a:solidFill>
                  <a:schemeClr val="dk1"/>
                </a:solidFill>
                <a:effectLst/>
                <a:uFillTx/>
                <a:latin typeface="Calibri Light"/>
              </a:rPr>
              <a:t>Automatización de Pruebas</a:t>
            </a:r>
            <a:endParaRPr lang="es-CL" sz="4400" b="0" u="none" strike="noStrike">
              <a:solidFill>
                <a:schemeClr val="dk1"/>
              </a:solidFill>
              <a:effectLst/>
              <a:uFillTx/>
              <a:latin typeface="Calibri Light"/>
            </a:endParaRPr>
          </a:p>
        </p:txBody>
      </p:sp>
      <p:sp>
        <p:nvSpPr>
          <p:cNvPr id="85"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800" b="0" u="none" strike="noStrike">
                <a:solidFill>
                  <a:schemeClr val="dk1"/>
                </a:solidFill>
                <a:effectLst/>
                <a:uFillTx/>
                <a:latin typeface="Calibri"/>
              </a:rPr>
              <a:t>La automatización de pruebas consiste en usar herramientas y scripts para ejecutar pruebas de software de forma automática, sin intervención manual, con el fin de verificar el correcto funcionamiento del sistema.</a:t>
            </a:r>
            <a:endParaRPr lang="es-CL" sz="2800" b="0" u="none" strike="noStrike">
              <a:solidFill>
                <a:schemeClr val="dk1"/>
              </a:solidFill>
              <a:effectLst/>
              <a:uFillTx/>
              <a:latin typeface="Calibri"/>
            </a:endParaRPr>
          </a:p>
        </p:txBody>
      </p:sp>
      <p:sp>
        <p:nvSpPr>
          <p:cNvPr id="86" name="Marcador de contenido 2"/>
          <p:cNvSpPr/>
          <p:nvPr/>
        </p:nvSpPr>
        <p:spPr>
          <a:xfrm>
            <a:off x="1981080" y="1417680"/>
            <a:ext cx="4402440" cy="493884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87" name="Agrupar 2"/>
          <p:cNvGrpSpPr/>
          <p:nvPr/>
        </p:nvGrpSpPr>
        <p:grpSpPr>
          <a:xfrm>
            <a:off x="0" y="6469920"/>
            <a:ext cx="12191760" cy="387720"/>
            <a:chOff x="0" y="6469920"/>
            <a:chExt cx="12191760" cy="387720"/>
          </a:xfrm>
        </p:grpSpPr>
        <p:sp>
          <p:nvSpPr>
            <p:cNvPr id="88"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89"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90" name="Imagen 7"/>
          <p:cNvPicPr/>
          <p:nvPr/>
        </p:nvPicPr>
        <p:blipFill>
          <a:blip r:embed="rId1"/>
          <a:stretch/>
        </p:blipFill>
        <p:spPr>
          <a:xfrm>
            <a:off x="8872200" y="575640"/>
            <a:ext cx="2486520" cy="865440"/>
          </a:xfrm>
          <a:prstGeom prst="rect">
            <a:avLst/>
          </a:prstGeom>
          <a:noFill/>
          <a:ln w="0">
            <a:noFill/>
          </a:ln>
        </p:spPr>
      </p:pic>
      <p:pic>
        <p:nvPicPr>
          <p:cNvPr id="91" name="Imagen 8"/>
          <p:cNvPicPr/>
          <p:nvPr/>
        </p:nvPicPr>
        <p:blipFill>
          <a:blip r:embed="rId2"/>
          <a:stretch/>
        </p:blipFill>
        <p:spPr>
          <a:xfrm>
            <a:off x="10962000" y="3607560"/>
            <a:ext cx="511560" cy="28620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4680"/>
            <a:ext cx="8262000" cy="1142640"/>
          </a:xfrm>
          <a:prstGeom prst="rect">
            <a:avLst/>
          </a:prstGeom>
          <a:noFill/>
          <a:ln w="0">
            <a:noFill/>
          </a:ln>
        </p:spPr>
        <p:txBody>
          <a:bodyPr lIns="91440" tIns="45720" rIns="91440" bIns="45720" anchor="ctr">
            <a:normAutofit fontScale="92500" lnSpcReduction="9999"/>
          </a:bodyPr>
          <a:p>
            <a:pPr indent="0" algn="l" defTabSz="914400">
              <a:lnSpc>
                <a:spcPct val="90000"/>
              </a:lnSpc>
              <a:buNone/>
            </a:pPr>
            <a:r>
              <a:rPr lang="es-MX" sz="4400" b="0" u="none" strike="noStrike">
                <a:solidFill>
                  <a:schemeClr val="dk1"/>
                </a:solidFill>
                <a:effectLst/>
                <a:uFillTx/>
                <a:latin typeface="Calibri Light"/>
              </a:rPr>
              <a:t>Beneficios de la automatización de pruebas</a:t>
            </a:r>
            <a:endParaRPr lang="es-CL" sz="4400" b="0" u="none" strike="noStrike">
              <a:solidFill>
                <a:schemeClr val="dk1"/>
              </a:solidFill>
              <a:effectLst/>
              <a:uFillTx/>
              <a:latin typeface="Calibri Light"/>
            </a:endParaRPr>
          </a:p>
        </p:txBody>
      </p:sp>
      <p:sp>
        <p:nvSpPr>
          <p:cNvPr id="93"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fontScale="85000" lnSpcReduction="9999"/>
          </a:bodyPr>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Rapidez</a:t>
            </a:r>
            <a:r>
              <a:rPr lang="es-MX" sz="2800" b="0" u="none" strike="noStrike">
                <a:solidFill>
                  <a:schemeClr val="dk1"/>
                </a:solidFill>
                <a:effectLst/>
                <a:uFillTx/>
                <a:latin typeface="Calibri"/>
              </a:rPr>
              <a:t>: Las pruebas se ejecutan mucho más rápido que manualmente, especialmente en pruebas repetitivas.</a:t>
            </a:r>
            <a:endParaRPr lang="es-C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Repetibilidad</a:t>
            </a:r>
            <a:r>
              <a:rPr lang="es-MX" sz="2800" b="0" u="none" strike="noStrike">
                <a:solidFill>
                  <a:schemeClr val="dk1"/>
                </a:solidFill>
                <a:effectLst/>
                <a:uFillTx/>
                <a:latin typeface="Calibri"/>
              </a:rPr>
              <a:t>: Se pueden ejecutar tantas veces como sea necesario con resultados consistentes.</a:t>
            </a:r>
            <a:endParaRPr lang="es-C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Cobertura</a:t>
            </a:r>
            <a:r>
              <a:rPr lang="es-MX" sz="2800" b="0" u="none" strike="noStrike">
                <a:solidFill>
                  <a:schemeClr val="dk1"/>
                </a:solidFill>
                <a:effectLst/>
                <a:uFillTx/>
                <a:latin typeface="Calibri"/>
              </a:rPr>
              <a:t>: Permite realizar pruebas en múltiples escenarios y configuraciones que serían muy costosas manualmente.</a:t>
            </a:r>
            <a:endParaRPr lang="es-C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Detección temprana</a:t>
            </a:r>
            <a:r>
              <a:rPr lang="es-MX" sz="2800" b="0" u="none" strike="noStrike">
                <a:solidFill>
                  <a:schemeClr val="dk1"/>
                </a:solidFill>
                <a:effectLst/>
                <a:uFillTx/>
                <a:latin typeface="Calibri"/>
              </a:rPr>
              <a:t>: Facilita la identificación rápida de errores durante el desarrollo.</a:t>
            </a:r>
            <a:endParaRPr lang="es-C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Ahorro de costos a largo plazo</a:t>
            </a:r>
            <a:r>
              <a:rPr lang="es-MX" sz="2800" b="0" u="none" strike="noStrike">
                <a:solidFill>
                  <a:schemeClr val="dk1"/>
                </a:solidFill>
                <a:effectLst/>
                <a:uFillTx/>
                <a:latin typeface="Calibri"/>
              </a:rPr>
              <a:t>: Aunque la automatización requiere inversión inicial, reduce costos en fases posteriores.</a:t>
            </a:r>
            <a:endParaRPr lang="es-C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Apoyo a Integración Continua y Despliegue Continuo (CI/CD): </a:t>
            </a:r>
            <a:r>
              <a:rPr lang="es-MX" sz="2800" b="0" u="none" strike="noStrike">
                <a:solidFill>
                  <a:schemeClr val="dk1"/>
                </a:solidFill>
                <a:effectLst/>
                <a:uFillTx/>
                <a:latin typeface="Calibri"/>
              </a:rPr>
              <a:t>Las pruebas automatizadas se integran fácilmente en pipelines para validar cada cambio.</a:t>
            </a:r>
            <a:endParaRPr lang="es-CL" sz="2800" b="0" u="none" strike="noStrike">
              <a:solidFill>
                <a:schemeClr val="dk1"/>
              </a:solidFill>
              <a:effectLst/>
              <a:uFillTx/>
              <a:latin typeface="Calibri"/>
            </a:endParaRPr>
          </a:p>
        </p:txBody>
      </p:sp>
      <p:sp>
        <p:nvSpPr>
          <p:cNvPr id="94" name="Marcador de contenido 2"/>
          <p:cNvSpPr/>
          <p:nvPr/>
        </p:nvSpPr>
        <p:spPr>
          <a:xfrm>
            <a:off x="1981080" y="1417680"/>
            <a:ext cx="4402440" cy="493884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95" name="Agrupar 2"/>
          <p:cNvGrpSpPr/>
          <p:nvPr/>
        </p:nvGrpSpPr>
        <p:grpSpPr>
          <a:xfrm>
            <a:off x="0" y="6469920"/>
            <a:ext cx="12191760" cy="387720"/>
            <a:chOff x="0" y="6469920"/>
            <a:chExt cx="12191760" cy="387720"/>
          </a:xfrm>
        </p:grpSpPr>
        <p:sp>
          <p:nvSpPr>
            <p:cNvPr id="96"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97"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98" name="Imagen 7"/>
          <p:cNvPicPr/>
          <p:nvPr/>
        </p:nvPicPr>
        <p:blipFill>
          <a:blip r:embed="rId1"/>
          <a:stretch/>
        </p:blipFill>
        <p:spPr>
          <a:xfrm>
            <a:off x="8872200" y="575640"/>
            <a:ext cx="2486520" cy="865440"/>
          </a:xfrm>
          <a:prstGeom prst="rect">
            <a:avLst/>
          </a:prstGeom>
          <a:noFill/>
          <a:ln w="0">
            <a:noFill/>
          </a:ln>
        </p:spPr>
      </p:pic>
      <p:pic>
        <p:nvPicPr>
          <p:cNvPr id="99" name="Imagen 8"/>
          <p:cNvPicPr/>
          <p:nvPr/>
        </p:nvPicPr>
        <p:blipFill>
          <a:blip r:embed="rId2"/>
          <a:stretch/>
        </p:blipFill>
        <p:spPr>
          <a:xfrm>
            <a:off x="10962000" y="3607560"/>
            <a:ext cx="511560" cy="28620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4680"/>
            <a:ext cx="8183880" cy="1142640"/>
          </a:xfrm>
          <a:prstGeom prst="rect">
            <a:avLst/>
          </a:prstGeom>
          <a:noFill/>
          <a:ln w="0">
            <a:noFill/>
          </a:ln>
        </p:spPr>
        <p:txBody>
          <a:bodyPr lIns="91440" tIns="45720" rIns="91440" bIns="45720" anchor="ctr">
            <a:normAutofit fontScale="92500" lnSpcReduction="9999"/>
          </a:bodyPr>
          <a:p>
            <a:pPr indent="0" algn="l" defTabSz="914400">
              <a:lnSpc>
                <a:spcPct val="90000"/>
              </a:lnSpc>
              <a:buNone/>
            </a:pPr>
            <a:r>
              <a:rPr lang="es-MX" sz="4400" b="0" u="none" strike="noStrike">
                <a:solidFill>
                  <a:schemeClr val="dk1"/>
                </a:solidFill>
                <a:effectLst/>
                <a:uFillTx/>
                <a:latin typeface="Calibri Light"/>
              </a:rPr>
              <a:t>Retos de la automatización de pruebas</a:t>
            </a:r>
            <a:endParaRPr lang="es-CL" sz="4400" b="0" u="none" strike="noStrike">
              <a:solidFill>
                <a:schemeClr val="dk1"/>
              </a:solidFill>
              <a:effectLst/>
              <a:uFillTx/>
              <a:latin typeface="Calibri Light"/>
            </a:endParaRPr>
          </a:p>
        </p:txBody>
      </p:sp>
      <p:sp>
        <p:nvSpPr>
          <p:cNvPr id="101"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Costos iniciales</a:t>
            </a:r>
            <a:r>
              <a:rPr lang="es-MX" sz="2800" b="0" u="none" strike="noStrike">
                <a:solidFill>
                  <a:schemeClr val="dk1"/>
                </a:solidFill>
                <a:effectLst/>
                <a:uFillTx/>
                <a:latin typeface="Calibri"/>
              </a:rPr>
              <a:t>: Requiere tiempo y recursos para diseñar, implementar y mantener scripts de prueba.</a:t>
            </a:r>
            <a:endParaRPr lang="es-C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Mantenimiento</a:t>
            </a:r>
            <a:r>
              <a:rPr lang="es-MX" sz="2800" b="0" u="none" strike="noStrike">
                <a:solidFill>
                  <a:schemeClr val="dk1"/>
                </a:solidFill>
                <a:effectLst/>
                <a:uFillTx/>
                <a:latin typeface="Calibri"/>
              </a:rPr>
              <a:t>: Cambios en la aplicación pueden romper los scripts, que deben actualizarse constantemente.</a:t>
            </a:r>
            <a:endParaRPr lang="es-C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No apto para todo</a:t>
            </a:r>
            <a:r>
              <a:rPr lang="es-MX" sz="2800" b="0" u="none" strike="noStrike">
                <a:solidFill>
                  <a:schemeClr val="dk1"/>
                </a:solidFill>
                <a:effectLst/>
                <a:uFillTx/>
                <a:latin typeface="Calibri"/>
              </a:rPr>
              <a:t>: Algunas pruebas (exploratorias, de usabilidad) no pueden automatizarse fácilmente.</a:t>
            </a:r>
            <a:endParaRPr lang="es-C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1" u="none" strike="noStrike">
                <a:solidFill>
                  <a:schemeClr val="dk1"/>
                </a:solidFill>
                <a:effectLst/>
                <a:uFillTx/>
                <a:latin typeface="Calibri"/>
              </a:rPr>
              <a:t>Curva de aprendizaje</a:t>
            </a:r>
            <a:r>
              <a:rPr lang="es-MX" sz="2800" b="0" u="none" strike="noStrike">
                <a:solidFill>
                  <a:schemeClr val="dk1"/>
                </a:solidFill>
                <a:effectLst/>
                <a:uFillTx/>
                <a:latin typeface="Calibri"/>
              </a:rPr>
              <a:t>: El equipo debe capacitarse en herramientas y buenas prácticas.</a:t>
            </a:r>
            <a:endParaRPr lang="es-CL" sz="2800" b="0" u="none" strike="noStrike">
              <a:solidFill>
                <a:schemeClr val="dk1"/>
              </a:solidFill>
              <a:effectLst/>
              <a:uFillTx/>
              <a:latin typeface="Calibri"/>
            </a:endParaRPr>
          </a:p>
        </p:txBody>
      </p:sp>
      <p:sp>
        <p:nvSpPr>
          <p:cNvPr id="102" name="Marcador de contenido 2"/>
          <p:cNvSpPr/>
          <p:nvPr/>
        </p:nvSpPr>
        <p:spPr>
          <a:xfrm>
            <a:off x="1981080" y="1417680"/>
            <a:ext cx="4402440" cy="493884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03" name="Agrupar 2"/>
          <p:cNvGrpSpPr/>
          <p:nvPr/>
        </p:nvGrpSpPr>
        <p:grpSpPr>
          <a:xfrm>
            <a:off x="0" y="6469920"/>
            <a:ext cx="12191760" cy="387720"/>
            <a:chOff x="0" y="6469920"/>
            <a:chExt cx="12191760" cy="387720"/>
          </a:xfrm>
        </p:grpSpPr>
        <p:sp>
          <p:nvSpPr>
            <p:cNvPr id="104"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05"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06" name="Imagen 7"/>
          <p:cNvPicPr/>
          <p:nvPr/>
        </p:nvPicPr>
        <p:blipFill>
          <a:blip r:embed="rId1"/>
          <a:stretch/>
        </p:blipFill>
        <p:spPr>
          <a:xfrm>
            <a:off x="8872200" y="575640"/>
            <a:ext cx="2486520" cy="865440"/>
          </a:xfrm>
          <a:prstGeom prst="rect">
            <a:avLst/>
          </a:prstGeom>
          <a:noFill/>
          <a:ln w="0">
            <a:noFill/>
          </a:ln>
        </p:spPr>
      </p:pic>
      <p:pic>
        <p:nvPicPr>
          <p:cNvPr id="107" name="Imagen 8"/>
          <p:cNvPicPr/>
          <p:nvPr/>
        </p:nvPicPr>
        <p:blipFill>
          <a:blip r:embed="rId2"/>
          <a:stretch/>
        </p:blipFill>
        <p:spPr>
          <a:xfrm>
            <a:off x="10962000" y="3607560"/>
            <a:ext cx="511560" cy="28620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4680"/>
            <a:ext cx="8262000" cy="1142640"/>
          </a:xfrm>
          <a:prstGeom prst="rect">
            <a:avLst/>
          </a:prstGeom>
          <a:noFill/>
          <a:ln w="0">
            <a:noFill/>
          </a:ln>
        </p:spPr>
        <p:txBody>
          <a:bodyPr lIns="91440" tIns="45720" rIns="91440" bIns="45720" anchor="ctr">
            <a:normAutofit/>
          </a:bodyPr>
          <a:p>
            <a:pPr indent="0" algn="l" defTabSz="914400">
              <a:lnSpc>
                <a:spcPct val="90000"/>
              </a:lnSpc>
              <a:buNone/>
            </a:pPr>
            <a:r>
              <a:rPr lang="es-MX" sz="4400" b="0" u="none" strike="noStrike">
                <a:solidFill>
                  <a:schemeClr val="dk1"/>
                </a:solidFill>
                <a:effectLst/>
                <a:uFillTx/>
                <a:latin typeface="Calibri Light"/>
              </a:rPr>
              <a:t>SonarQube</a:t>
            </a:r>
            <a:endParaRPr lang="es-CL" sz="4400" b="0" u="none" strike="noStrike">
              <a:solidFill>
                <a:schemeClr val="dk1"/>
              </a:solidFill>
              <a:effectLst/>
              <a:uFillTx/>
              <a:latin typeface="Calibri Light"/>
            </a:endParaRPr>
          </a:p>
        </p:txBody>
      </p:sp>
      <p:sp>
        <p:nvSpPr>
          <p:cNvPr id="109" name="Marcador de contenido 2"/>
          <p:cNvSpPr/>
          <p:nvPr/>
        </p:nvSpPr>
        <p:spPr>
          <a:xfrm>
            <a:off x="1981080" y="1417680"/>
            <a:ext cx="4402440" cy="493884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10" name="Agrupar 2"/>
          <p:cNvGrpSpPr/>
          <p:nvPr/>
        </p:nvGrpSpPr>
        <p:grpSpPr>
          <a:xfrm>
            <a:off x="0" y="6469920"/>
            <a:ext cx="12191760" cy="387720"/>
            <a:chOff x="0" y="6469920"/>
            <a:chExt cx="12191760" cy="387720"/>
          </a:xfrm>
        </p:grpSpPr>
        <p:sp>
          <p:nvSpPr>
            <p:cNvPr id="111"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12"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13" name="Imagen 7"/>
          <p:cNvPicPr/>
          <p:nvPr/>
        </p:nvPicPr>
        <p:blipFill>
          <a:blip r:embed="rId1"/>
          <a:stretch/>
        </p:blipFill>
        <p:spPr>
          <a:xfrm>
            <a:off x="8872200" y="575640"/>
            <a:ext cx="2486520" cy="865440"/>
          </a:xfrm>
          <a:prstGeom prst="rect">
            <a:avLst/>
          </a:prstGeom>
          <a:noFill/>
          <a:ln w="0">
            <a:noFill/>
          </a:ln>
        </p:spPr>
      </p:pic>
      <p:pic>
        <p:nvPicPr>
          <p:cNvPr id="114" name="Imagen 8"/>
          <p:cNvPicPr/>
          <p:nvPr/>
        </p:nvPicPr>
        <p:blipFill>
          <a:blip r:embed="rId2"/>
          <a:stretch/>
        </p:blipFill>
        <p:spPr>
          <a:xfrm>
            <a:off x="10962000" y="3607560"/>
            <a:ext cx="511560" cy="2862000"/>
          </a:xfrm>
          <a:prstGeom prst="rect">
            <a:avLst/>
          </a:prstGeom>
          <a:noFill/>
          <a:ln w="0">
            <a:noFill/>
          </a:ln>
        </p:spPr>
      </p:pic>
      <p:sp>
        <p:nvSpPr>
          <p:cNvPr id="115" name="PlaceHolder 2"/>
          <p:cNvSpPr>
            <a:spLocks noGrp="1"/>
          </p:cNvSpPr>
          <p:nvPr>
            <p:ph/>
          </p:nvPr>
        </p:nvSpPr>
        <p:spPr>
          <a:xfrm>
            <a:off x="609480" y="1600200"/>
            <a:ext cx="10352160" cy="4869360"/>
          </a:xfrm>
          <a:prstGeom prst="rect">
            <a:avLst/>
          </a:prstGeom>
          <a:noFill/>
          <a:ln w="0">
            <a:noFill/>
          </a:ln>
        </p:spPr>
        <p:txBody>
          <a:bodyPr lIns="91440" tIns="45720" rIns="91440" bIns="45720" anchor="t">
            <a:noAutofit/>
          </a:bodyPr>
          <a:p>
            <a:pPr indent="0" algn="just" defTabSz="914400">
              <a:lnSpc>
                <a:spcPct val="90000"/>
              </a:lnSpc>
              <a:spcBef>
                <a:spcPts val="1001"/>
              </a:spcBef>
              <a:buNone/>
              <a:tabLst>
                <a:tab pos="0" algn="l"/>
              </a:tabLst>
            </a:pPr>
            <a:r>
              <a:rPr lang="es-MX" sz="2800" b="0" u="none" strike="noStrike">
                <a:solidFill>
                  <a:schemeClr val="dk1"/>
                </a:solidFill>
                <a:effectLst/>
                <a:uFillTx/>
                <a:latin typeface="Calibri"/>
              </a:rPr>
              <a:t>SonarQube es una plataforma de análisis continuo de código fuente que permite medir la calidad del código en proyectos de software. Detecta problemas como bugs, vulnerabilidades de seguridad, “code smells” (malos olores en el código que indican mala práctica) y ayuda a mantener estándares de calidad.</a:t>
            </a:r>
            <a:endParaRPr lang="es-CL" sz="2800" b="0" u="none" strike="noStrike">
              <a:solidFill>
                <a:schemeClr val="dk1"/>
              </a:solidFill>
              <a:effectLst/>
              <a:uFillTx/>
              <a:latin typeface="Calibri"/>
            </a:endParaRPr>
          </a:p>
        </p:txBody>
      </p:sp>
      <p:pic>
        <p:nvPicPr>
          <p:cNvPr id="116" name="Imagen 12"/>
          <p:cNvPicPr/>
          <p:nvPr/>
        </p:nvPicPr>
        <p:blipFill>
          <a:blip r:embed="rId3"/>
          <a:stretch/>
        </p:blipFill>
        <p:spPr>
          <a:xfrm>
            <a:off x="6095880" y="4289400"/>
            <a:ext cx="4402440" cy="13564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fontScale="92500" lnSpcReduction="9999"/>
          </a:bodyPr>
          <a:p>
            <a:pPr indent="0" algn="l" defTabSz="914400">
              <a:lnSpc>
                <a:spcPct val="90000"/>
              </a:lnSpc>
              <a:buNone/>
            </a:pPr>
            <a:r>
              <a:rPr lang="es-MX" sz="4400" b="0" u="none" strike="noStrike">
                <a:solidFill>
                  <a:schemeClr val="dk1"/>
                </a:solidFill>
                <a:effectLst/>
                <a:uFillTx/>
                <a:latin typeface="Calibri Light"/>
              </a:rPr>
              <a:t>¿Para qué sirve SonarQube?</a:t>
            </a:r>
            <a:endParaRPr lang="es-CL" sz="4400" b="0" u="none" strike="noStrike">
              <a:solidFill>
                <a:schemeClr val="dk1"/>
              </a:solidFill>
              <a:effectLst/>
              <a:uFillTx/>
              <a:latin typeface="Calibri Light"/>
            </a:endParaRPr>
          </a:p>
        </p:txBody>
      </p:sp>
      <p:sp>
        <p:nvSpPr>
          <p:cNvPr id="118"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800" b="0" u="none" strike="noStrike">
                <a:solidFill>
                  <a:schemeClr val="dk1"/>
                </a:solidFill>
                <a:effectLst/>
                <a:uFillTx/>
                <a:latin typeface="Calibri"/>
              </a:rPr>
              <a:t>Evaluar la calidad y seguridad del código fuente.</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Identificar errores y vulnerabilidades antes de que lleguen a producción.</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Facilitar la mejora continua del código.</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Proporcionar métricas y reportes claros para el equipo de desarrollo.</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Integrarse con herramientas de automatización y CI/CD para análisis automático tras cada cambio.</a:t>
            </a:r>
            <a:endParaRPr lang="es-CL" sz="2800" b="0" u="none" strike="noStrike">
              <a:solidFill>
                <a:schemeClr val="dk1"/>
              </a:solidFill>
              <a:effectLst/>
              <a:uFillTx/>
              <a:latin typeface="Calibri"/>
            </a:endParaRPr>
          </a:p>
        </p:txBody>
      </p:sp>
      <p:sp>
        <p:nvSpPr>
          <p:cNvPr id="119" name="Marcador de contenido 2"/>
          <p:cNvSpPr/>
          <p:nvPr/>
        </p:nvSpPr>
        <p:spPr>
          <a:xfrm>
            <a:off x="1981080" y="1417680"/>
            <a:ext cx="4402440" cy="493884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20" name="Agrupar 2"/>
          <p:cNvGrpSpPr/>
          <p:nvPr/>
        </p:nvGrpSpPr>
        <p:grpSpPr>
          <a:xfrm>
            <a:off x="0" y="6469920"/>
            <a:ext cx="12191760" cy="387720"/>
            <a:chOff x="0" y="6469920"/>
            <a:chExt cx="12191760" cy="387720"/>
          </a:xfrm>
        </p:grpSpPr>
        <p:sp>
          <p:nvSpPr>
            <p:cNvPr id="121"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22"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23" name="Imagen 7"/>
          <p:cNvPicPr/>
          <p:nvPr/>
        </p:nvPicPr>
        <p:blipFill>
          <a:blip r:embed="rId1"/>
          <a:stretch/>
        </p:blipFill>
        <p:spPr>
          <a:xfrm>
            <a:off x="8872200" y="575640"/>
            <a:ext cx="2486520" cy="865440"/>
          </a:xfrm>
          <a:prstGeom prst="rect">
            <a:avLst/>
          </a:prstGeom>
          <a:noFill/>
          <a:ln w="0">
            <a:noFill/>
          </a:ln>
        </p:spPr>
      </p:pic>
      <p:pic>
        <p:nvPicPr>
          <p:cNvPr id="124" name="Imagen 8"/>
          <p:cNvPicPr/>
          <p:nvPr/>
        </p:nvPicPr>
        <p:blipFill>
          <a:blip r:embed="rId2"/>
          <a:stretch/>
        </p:blipFill>
        <p:spPr>
          <a:xfrm>
            <a:off x="10962000" y="3607560"/>
            <a:ext cx="511560" cy="28620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fontScale="92500" lnSpcReduction="9999"/>
          </a:bodyPr>
          <a:p>
            <a:pPr indent="0" algn="l" defTabSz="914400">
              <a:lnSpc>
                <a:spcPct val="90000"/>
              </a:lnSpc>
              <a:buNone/>
            </a:pPr>
            <a:r>
              <a:rPr lang="es-MX" sz="4400" b="0" u="none" strike="noStrike">
                <a:solidFill>
                  <a:schemeClr val="dk1"/>
                </a:solidFill>
                <a:effectLst/>
                <a:uFillTx/>
                <a:latin typeface="Calibri Light"/>
              </a:rPr>
              <a:t>Beneficios de usar SonarQube</a:t>
            </a:r>
            <a:endParaRPr lang="es-CL" sz="4400" b="0" u="none" strike="noStrike">
              <a:solidFill>
                <a:schemeClr val="dk1"/>
              </a:solidFill>
              <a:effectLst/>
              <a:uFillTx/>
              <a:latin typeface="Calibri Light"/>
            </a:endParaRPr>
          </a:p>
        </p:txBody>
      </p:sp>
      <p:sp>
        <p:nvSpPr>
          <p:cNvPr id="126"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a:bodyPr>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Ayuda a prevenir la deuda técnica acumulada.</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Mejora la mantenibilidad del software.</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Incrementa la seguridad al detectar vulnerabilidades.</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Promueve buenas prácticas de desarrollo.</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Facilita la colaboración entre desarrolladores y testers.</a:t>
            </a:r>
            <a:endParaRPr lang="es-CL" sz="2800" b="0" u="none" strike="noStrike">
              <a:solidFill>
                <a:schemeClr val="dk1"/>
              </a:solidFill>
              <a:effectLst/>
              <a:uFillTx/>
              <a:latin typeface="Calibri"/>
            </a:endParaRPr>
          </a:p>
        </p:txBody>
      </p:sp>
      <p:sp>
        <p:nvSpPr>
          <p:cNvPr id="127" name="Marcador de contenido 2"/>
          <p:cNvSpPr/>
          <p:nvPr/>
        </p:nvSpPr>
        <p:spPr>
          <a:xfrm>
            <a:off x="1981080" y="1417680"/>
            <a:ext cx="4402440" cy="493884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28" name="Agrupar 2"/>
          <p:cNvGrpSpPr/>
          <p:nvPr/>
        </p:nvGrpSpPr>
        <p:grpSpPr>
          <a:xfrm>
            <a:off x="0" y="6469920"/>
            <a:ext cx="12191760" cy="387720"/>
            <a:chOff x="0" y="6469920"/>
            <a:chExt cx="12191760" cy="387720"/>
          </a:xfrm>
        </p:grpSpPr>
        <p:sp>
          <p:nvSpPr>
            <p:cNvPr id="129"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30"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31" name="Imagen 7"/>
          <p:cNvPicPr/>
          <p:nvPr/>
        </p:nvPicPr>
        <p:blipFill>
          <a:blip r:embed="rId1"/>
          <a:stretch/>
        </p:blipFill>
        <p:spPr>
          <a:xfrm>
            <a:off x="8872200" y="575640"/>
            <a:ext cx="2486520" cy="865440"/>
          </a:xfrm>
          <a:prstGeom prst="rect">
            <a:avLst/>
          </a:prstGeom>
          <a:noFill/>
          <a:ln w="0">
            <a:noFill/>
          </a:ln>
        </p:spPr>
      </p:pic>
      <p:pic>
        <p:nvPicPr>
          <p:cNvPr id="132" name="Imagen 8"/>
          <p:cNvPicPr/>
          <p:nvPr/>
        </p:nvPicPr>
        <p:blipFill>
          <a:blip r:embed="rId2"/>
          <a:stretch/>
        </p:blipFill>
        <p:spPr>
          <a:xfrm>
            <a:off x="10962000" y="3607560"/>
            <a:ext cx="511560" cy="28620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fontScale="92500" lnSpcReduction="9999"/>
          </a:bodyPr>
          <a:p>
            <a:pPr indent="0" algn="l" defTabSz="914400">
              <a:lnSpc>
                <a:spcPct val="90000"/>
              </a:lnSpc>
              <a:buNone/>
            </a:pPr>
            <a:r>
              <a:rPr lang="es-MX" sz="4400" b="0" u="none" strike="noStrike">
                <a:solidFill>
                  <a:schemeClr val="dk1"/>
                </a:solidFill>
                <a:effectLst/>
                <a:uFillTx/>
                <a:latin typeface="Calibri Light"/>
              </a:rPr>
              <a:t>SonarQube y automatización de pruebas</a:t>
            </a:r>
            <a:endParaRPr lang="es-CL" sz="4400" b="0" u="none" strike="noStrike">
              <a:solidFill>
                <a:schemeClr val="dk1"/>
              </a:solidFill>
              <a:effectLst/>
              <a:uFillTx/>
              <a:latin typeface="Calibri Light"/>
            </a:endParaRPr>
          </a:p>
        </p:txBody>
      </p:sp>
      <p:sp>
        <p:nvSpPr>
          <p:cNvPr id="134"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a:bodyPr>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Ejecutar análisis automáticos cada vez que se sube código al repositorio.</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Bloquear despliegues si el código no cumple ciertos estándares (por ejemplo, si hay vulnerabilidades críticas).</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Complementar las pruebas automatizadas con análisis estático de calidad.</a:t>
            </a:r>
            <a:endParaRPr lang="es-CL" sz="2800" b="0" u="none" strike="noStrike">
              <a:solidFill>
                <a:schemeClr val="dk1"/>
              </a:solidFill>
              <a:effectLst/>
              <a:uFillTx/>
              <a:latin typeface="Calibri"/>
            </a:endParaRPr>
          </a:p>
        </p:txBody>
      </p:sp>
      <p:sp>
        <p:nvSpPr>
          <p:cNvPr id="135" name="Marcador de contenido 2"/>
          <p:cNvSpPr/>
          <p:nvPr/>
        </p:nvSpPr>
        <p:spPr>
          <a:xfrm>
            <a:off x="1981080" y="1417680"/>
            <a:ext cx="4402440" cy="493884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36" name="Agrupar 2"/>
          <p:cNvGrpSpPr/>
          <p:nvPr/>
        </p:nvGrpSpPr>
        <p:grpSpPr>
          <a:xfrm>
            <a:off x="0" y="6469920"/>
            <a:ext cx="12191760" cy="387720"/>
            <a:chOff x="0" y="6469920"/>
            <a:chExt cx="12191760" cy="387720"/>
          </a:xfrm>
        </p:grpSpPr>
        <p:sp>
          <p:nvSpPr>
            <p:cNvPr id="137"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38"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39" name="Imagen 7"/>
          <p:cNvPicPr/>
          <p:nvPr/>
        </p:nvPicPr>
        <p:blipFill>
          <a:blip r:embed="rId1"/>
          <a:stretch/>
        </p:blipFill>
        <p:spPr>
          <a:xfrm>
            <a:off x="8872200" y="575640"/>
            <a:ext cx="2486520" cy="865440"/>
          </a:xfrm>
          <a:prstGeom prst="rect">
            <a:avLst/>
          </a:prstGeom>
          <a:noFill/>
          <a:ln w="0">
            <a:noFill/>
          </a:ln>
        </p:spPr>
      </p:pic>
      <p:pic>
        <p:nvPicPr>
          <p:cNvPr id="140" name="Imagen 8"/>
          <p:cNvPicPr/>
          <p:nvPr/>
        </p:nvPicPr>
        <p:blipFill>
          <a:blip r:embed="rId2"/>
          <a:stretch/>
        </p:blipFill>
        <p:spPr>
          <a:xfrm>
            <a:off x="10962000" y="3607560"/>
            <a:ext cx="511560" cy="28620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Text Box 8"/>
          <p:cNvSpPr/>
          <p:nvPr/>
        </p:nvSpPr>
        <p:spPr>
          <a:xfrm>
            <a:off x="3303360" y="5887440"/>
            <a:ext cx="6857640" cy="4611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400" b="1" u="none" strike="noStrike">
                <a:solidFill>
                  <a:schemeClr val="lt1"/>
                </a:solidFill>
                <a:effectLst/>
                <a:uFillTx/>
                <a:latin typeface="Arial"/>
              </a:rPr>
              <a:t>ARICA - CHILE</a:t>
            </a:r>
            <a:endParaRPr lang="es-ES" sz="2400" b="0" u="none" strike="noStrike">
              <a:solidFill>
                <a:srgbClr val="000000"/>
              </a:solidFill>
              <a:effectLst/>
              <a:uFillTx/>
              <a:latin typeface="Arial"/>
            </a:endParaRPr>
          </a:p>
        </p:txBody>
      </p:sp>
      <p:pic>
        <p:nvPicPr>
          <p:cNvPr id="142" name="Imagen 11"/>
          <p:cNvPicPr/>
          <p:nvPr/>
        </p:nvPicPr>
        <p:blipFill>
          <a:blip r:embed="rId1"/>
          <a:stretch/>
        </p:blipFill>
        <p:spPr>
          <a:xfrm>
            <a:off x="0" y="1080"/>
            <a:ext cx="12191760" cy="6430680"/>
          </a:xfrm>
          <a:prstGeom prst="rect">
            <a:avLst/>
          </a:prstGeom>
          <a:noFill/>
          <a:ln w="0">
            <a:noFill/>
          </a:ln>
        </p:spPr>
      </p:pic>
      <p:sp>
        <p:nvSpPr>
          <p:cNvPr id="143" name="Rectangle 18"/>
          <p:cNvSpPr/>
          <p:nvPr/>
        </p:nvSpPr>
        <p:spPr>
          <a:xfrm flipV="1">
            <a:off x="540000" y="-297360"/>
            <a:ext cx="5972040" cy="6417000"/>
          </a:xfrm>
          <a:prstGeom prst="rect">
            <a:avLst/>
          </a:prstGeom>
          <a:gradFill rotWithShape="0">
            <a:gsLst>
              <a:gs pos="32000">
                <a:srgbClr val="0070C0"/>
              </a:gs>
              <a:gs pos="100000">
                <a:srgbClr val="F6F8FC">
                  <a:alpha val="0"/>
                </a:srgbClr>
              </a:gs>
            </a:gsLst>
            <a:lin ang="16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CL" sz="1800" b="0" u="none" strike="noStrike">
              <a:solidFill>
                <a:schemeClr val="lt1"/>
              </a:solidFill>
              <a:effectLst/>
              <a:uFillTx/>
              <a:latin typeface="Calibri"/>
            </a:endParaRPr>
          </a:p>
        </p:txBody>
      </p:sp>
      <p:sp>
        <p:nvSpPr>
          <p:cNvPr id="144" name="Rectangle 18"/>
          <p:cNvSpPr/>
          <p:nvPr/>
        </p:nvSpPr>
        <p:spPr>
          <a:xfrm flipV="1">
            <a:off x="0" y="5687640"/>
            <a:ext cx="12191760" cy="11696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CL" sz="1800" b="0" u="none" strike="noStrike">
              <a:solidFill>
                <a:schemeClr val="lt1"/>
              </a:solidFill>
              <a:effectLst/>
              <a:uFillTx/>
              <a:latin typeface="Calibri"/>
            </a:endParaRPr>
          </a:p>
        </p:txBody>
      </p:sp>
      <p:pic>
        <p:nvPicPr>
          <p:cNvPr id="145" name="Imagen 16"/>
          <p:cNvPicPr/>
          <p:nvPr/>
        </p:nvPicPr>
        <p:blipFill>
          <a:blip r:embed="rId2"/>
          <a:stretch/>
        </p:blipFill>
        <p:spPr>
          <a:xfrm>
            <a:off x="6732360" y="2950920"/>
            <a:ext cx="4281840" cy="1496160"/>
          </a:xfrm>
          <a:prstGeom prst="rect">
            <a:avLst/>
          </a:prstGeom>
          <a:noFill/>
          <a:ln w="0">
            <a:noFill/>
          </a:ln>
        </p:spPr>
      </p:pic>
      <p:pic>
        <p:nvPicPr>
          <p:cNvPr id="146" name="Imagen 2"/>
          <p:cNvPicPr/>
          <p:nvPr/>
        </p:nvPicPr>
        <p:blipFill>
          <a:blip r:embed="rId3">
            <a:alphaModFix amt="31000"/>
          </a:blip>
          <a:stretch/>
        </p:blipFill>
        <p:spPr>
          <a:xfrm>
            <a:off x="0" y="2419560"/>
            <a:ext cx="5965920" cy="1620720"/>
          </a:xfrm>
          <a:prstGeom prst="rect">
            <a:avLst/>
          </a:prstGeom>
          <a:noFill/>
          <a:ln w="0">
            <a:noFill/>
          </a:ln>
        </p:spPr>
      </p:pic>
      <p:pic>
        <p:nvPicPr>
          <p:cNvPr id="147" name="Imagen 4" descr="Interfaz de usuario gráfica, Aplicación&#10;&#10;Descripción generada automáticamente"/>
          <p:cNvPicPr/>
          <p:nvPr/>
        </p:nvPicPr>
        <p:blipFill>
          <a:blip r:embed="rId4"/>
          <a:stretch/>
        </p:blipFill>
        <p:spPr>
          <a:xfrm>
            <a:off x="953280" y="4230000"/>
            <a:ext cx="4059720" cy="14396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3390</TotalTime>
  <Application>LibreOffice/26.2.3.2$Linux_X86_64 LibreOffice_project/d4d5ed47b6084125f28d269a5650105d54dde034</Application>
  <AppVersion>15.0000</AppVersion>
  <Words>488</Words>
  <Paragraphs>53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2019-05-21T16:47:52Z</dcterms:created>
  <dc:creator>Alejandro Rodriguez</dc:creator>
  <dc:description/>
  <dc:language>es-ES</dc:language>
  <cp:lastModifiedBy/>
  <dcterms:modified xsi:type="dcterms:W3CDTF">2026-06-15T17:47:17Z</dcterms:modified>
  <cp:revision>220</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Panorámica</vt:lpwstr>
  </property>
  <property fmtid="{D5CDD505-2E9C-101B-9397-08002B2CF9AE}" pid="4" name="Slides">
    <vt:i4>10</vt:i4>
  </property>
</Properties>
</file>