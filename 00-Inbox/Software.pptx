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sldIdLst>
    <p:sldId id="340" r:id="rId2"/>
    <p:sldId id="335" r:id="rId3"/>
    <p:sldId id="260" r:id="rId4"/>
    <p:sldId id="366" r:id="rId5"/>
    <p:sldId id="376" r:id="rId6"/>
    <p:sldId id="367" r:id="rId7"/>
    <p:sldId id="368" r:id="rId8"/>
    <p:sldId id="369" r:id="rId9"/>
    <p:sldId id="370" r:id="rId10"/>
    <p:sldId id="371" r:id="rId11"/>
    <p:sldId id="372" r:id="rId12"/>
    <p:sldId id="375" r:id="rId13"/>
    <p:sldId id="373" r:id="rId14"/>
    <p:sldId id="377" r:id="rId15"/>
    <p:sldId id="374" r:id="rId16"/>
    <p:sldId id="378" r:id="rId17"/>
    <p:sldId id="379" r:id="rId18"/>
    <p:sldId id="380" r:id="rId19"/>
    <p:sldId id="382" r:id="rId20"/>
    <p:sldId id="381" r:id="rId21"/>
    <p:sldId id="383" r:id="rId22"/>
    <p:sldId id="384" r:id="rId23"/>
    <p:sldId id="385" r:id="rId24"/>
    <p:sldId id="387" r:id="rId25"/>
    <p:sldId id="386" r:id="rId26"/>
    <p:sldId id="388" r:id="rId27"/>
    <p:sldId id="320" r:id="rId28"/>
  </p:sldIdLst>
  <p:sldSz cx="12192000" cy="6858000"/>
  <p:notesSz cx="6858000" cy="9144000"/>
  <p:defaultText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orge Díaz Ramirez" initials="JDR" lastIdx="1" clrIdx="0">
    <p:extLst>
      <p:ext uri="{19B8F6BF-5375-455C-9EA6-DF929625EA0E}">
        <p15:presenceInfo xmlns:p15="http://schemas.microsoft.com/office/powerpoint/2012/main" userId="S::jdiazr@utaicin.onmicrosoft.com::24a050a3-dd5e-4216-aec0-1116f1ad9700"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4C8B"/>
    <a:srgbClr val="E59356"/>
    <a:srgbClr val="313967"/>
    <a:srgbClr val="21B70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091" autoAdjust="0"/>
    <p:restoredTop sz="95154" autoAdjust="0"/>
  </p:normalViewPr>
  <p:slideViewPr>
    <p:cSldViewPr snapToGrid="0">
      <p:cViewPr varScale="1">
        <p:scale>
          <a:sx n="89" d="100"/>
          <a:sy n="89" d="100"/>
        </p:scale>
        <p:origin x="1043" y="87"/>
      </p:cViewPr>
      <p:guideLst>
        <p:guide orient="horz" pos="2160"/>
        <p:guide pos="3840"/>
      </p:guideLst>
    </p:cSldViewPr>
  </p:slideViewPr>
  <p:notesTextViewPr>
    <p:cViewPr>
      <p:scale>
        <a:sx n="1" d="1"/>
        <a:sy n="1" d="1"/>
      </p:scale>
      <p:origin x="0" y="0"/>
    </p:cViewPr>
  </p:notesTextViewPr>
  <p:sorterViewPr>
    <p:cViewPr varScale="1">
      <p:scale>
        <a:sx n="100" d="100"/>
        <a:sy n="100" d="100"/>
      </p:scale>
      <p:origin x="0" y="-6908"/>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commentAuthors" Target="commentAuthor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_tradnl"/>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30DEBD1-2A31-CD48-AEF6-F7D6115C2ADE}" type="datetimeFigureOut">
              <a:rPr lang="es-ES_tradnl" smtClean="0"/>
              <a:t>17/03/2026</a:t>
            </a:fld>
            <a:endParaRPr lang="es-ES_tradnl"/>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_tradnl"/>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_tradnl"/>
              <a:t>Haga clic para modificar los estilos de texto del patrón</a:t>
            </a:r>
          </a:p>
          <a:p>
            <a:pPr lvl="1"/>
            <a:r>
              <a:rPr lang="es-ES_tradnl"/>
              <a:t>Segundo nivel</a:t>
            </a:r>
          </a:p>
          <a:p>
            <a:pPr lvl="2"/>
            <a:r>
              <a:rPr lang="es-ES_tradnl"/>
              <a:t>Tercer nivel</a:t>
            </a:r>
          </a:p>
          <a:p>
            <a:pPr lvl="3"/>
            <a:r>
              <a:rPr lang="es-ES_tradnl"/>
              <a:t>Cuarto nivel</a:t>
            </a:r>
          </a:p>
          <a:p>
            <a:pPr lvl="4"/>
            <a:r>
              <a:rPr lang="es-ES_tradnl"/>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_tradnl"/>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B8C247B-BF22-8347-871C-504C859AB74A}" type="slidenum">
              <a:rPr lang="es-ES_tradnl" smtClean="0"/>
              <a:t>‹Nº›</a:t>
            </a:fld>
            <a:endParaRPr lang="es-ES_tradnl"/>
          </a:p>
        </p:txBody>
      </p:sp>
    </p:spTree>
    <p:extLst>
      <p:ext uri="{BB962C8B-B14F-4D97-AF65-F5344CB8AC3E}">
        <p14:creationId xmlns:p14="http://schemas.microsoft.com/office/powerpoint/2010/main" val="487993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10"/>
          </p:nvPr>
        </p:nvSpPr>
        <p:spPr/>
        <p:txBody>
          <a:bodyPr/>
          <a:lstStyle/>
          <a:p>
            <a:fld id="{CB8C247B-BF22-8347-871C-504C859AB74A}" type="slidenum">
              <a:rPr lang="es-ES_tradnl" smtClean="0"/>
              <a:t>1</a:t>
            </a:fld>
            <a:endParaRPr lang="es-ES_tradnl"/>
          </a:p>
        </p:txBody>
      </p:sp>
    </p:spTree>
    <p:extLst>
      <p:ext uri="{BB962C8B-B14F-4D97-AF65-F5344CB8AC3E}">
        <p14:creationId xmlns:p14="http://schemas.microsoft.com/office/powerpoint/2010/main" val="17565369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10"/>
          </p:nvPr>
        </p:nvSpPr>
        <p:spPr/>
        <p:txBody>
          <a:bodyPr/>
          <a:lstStyle/>
          <a:p>
            <a:fld id="{CB8C247B-BF22-8347-871C-504C859AB74A}" type="slidenum">
              <a:rPr lang="es-ES_tradnl" smtClean="0"/>
              <a:t>2</a:t>
            </a:fld>
            <a:endParaRPr lang="es-ES_tradnl"/>
          </a:p>
        </p:txBody>
      </p:sp>
    </p:spTree>
    <p:extLst>
      <p:ext uri="{BB962C8B-B14F-4D97-AF65-F5344CB8AC3E}">
        <p14:creationId xmlns:p14="http://schemas.microsoft.com/office/powerpoint/2010/main" val="2480772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CL" dirty="0"/>
              <a:t>Sugerencia: Reemplazar con temas y subtemas</a:t>
            </a:r>
          </a:p>
          <a:p>
            <a:endParaRPr lang="es-CL" dirty="0"/>
          </a:p>
        </p:txBody>
      </p:sp>
      <p:sp>
        <p:nvSpPr>
          <p:cNvPr id="4" name="Marcador de número de diapositiva 3"/>
          <p:cNvSpPr>
            <a:spLocks noGrp="1"/>
          </p:cNvSpPr>
          <p:nvPr>
            <p:ph type="sldNum" sz="quarter" idx="10"/>
          </p:nvPr>
        </p:nvSpPr>
        <p:spPr/>
        <p:txBody>
          <a:bodyPr/>
          <a:lstStyle/>
          <a:p>
            <a:fld id="{A05B3F6B-FD3D-4789-A80B-DDBE7372AE8C}" type="slidenum">
              <a:rPr lang="es-CL" smtClean="0"/>
              <a:t>3</a:t>
            </a:fld>
            <a:endParaRPr lang="es-CL"/>
          </a:p>
        </p:txBody>
      </p:sp>
    </p:spTree>
    <p:extLst>
      <p:ext uri="{BB962C8B-B14F-4D97-AF65-F5344CB8AC3E}">
        <p14:creationId xmlns:p14="http://schemas.microsoft.com/office/powerpoint/2010/main" val="37814198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2C1C79-43BF-BFA2-6C27-AF48E556B39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3967AA1-2F78-6315-F75B-BC41B42ADAE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0A9F902-000A-F92D-EE39-0A291EFA735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CL" dirty="0"/>
              <a:t>Sugerencia: Reemplazar con temas y subtemas</a:t>
            </a:r>
          </a:p>
          <a:p>
            <a:endParaRPr lang="es-CL" dirty="0"/>
          </a:p>
        </p:txBody>
      </p:sp>
      <p:sp>
        <p:nvSpPr>
          <p:cNvPr id="4" name="Marcador de número de diapositiva 3">
            <a:extLst>
              <a:ext uri="{FF2B5EF4-FFF2-40B4-BE49-F238E27FC236}">
                <a16:creationId xmlns:a16="http://schemas.microsoft.com/office/drawing/2014/main" id="{799B680E-0A55-70DC-D9D2-9B7419347D67}"/>
              </a:ext>
            </a:extLst>
          </p:cNvPr>
          <p:cNvSpPr>
            <a:spLocks noGrp="1"/>
          </p:cNvSpPr>
          <p:nvPr>
            <p:ph type="sldNum" sz="quarter" idx="10"/>
          </p:nvPr>
        </p:nvSpPr>
        <p:spPr/>
        <p:txBody>
          <a:bodyPr/>
          <a:lstStyle/>
          <a:p>
            <a:fld id="{A05B3F6B-FD3D-4789-A80B-DDBE7372AE8C}" type="slidenum">
              <a:rPr lang="es-CL" smtClean="0"/>
              <a:t>4</a:t>
            </a:fld>
            <a:endParaRPr lang="es-CL"/>
          </a:p>
        </p:txBody>
      </p:sp>
    </p:spTree>
    <p:extLst>
      <p:ext uri="{BB962C8B-B14F-4D97-AF65-F5344CB8AC3E}">
        <p14:creationId xmlns:p14="http://schemas.microsoft.com/office/powerpoint/2010/main" val="24915081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EE49EC-556F-1536-0CCF-E9A3B434331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BE8A39D-28F7-EF8F-0DB1-3C1EECD2760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5A0967C-3D3E-D0C9-38C2-BD8BCF155DA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CL" dirty="0"/>
              <a:t>Sugerencia: Reemplazar con temas y subtemas</a:t>
            </a:r>
          </a:p>
          <a:p>
            <a:endParaRPr lang="es-CL" dirty="0"/>
          </a:p>
        </p:txBody>
      </p:sp>
      <p:sp>
        <p:nvSpPr>
          <p:cNvPr id="4" name="Marcador de número de diapositiva 3">
            <a:extLst>
              <a:ext uri="{FF2B5EF4-FFF2-40B4-BE49-F238E27FC236}">
                <a16:creationId xmlns:a16="http://schemas.microsoft.com/office/drawing/2014/main" id="{1D3D1E5B-F44F-420F-EF86-04FC480000F9}"/>
              </a:ext>
            </a:extLst>
          </p:cNvPr>
          <p:cNvSpPr>
            <a:spLocks noGrp="1"/>
          </p:cNvSpPr>
          <p:nvPr>
            <p:ph type="sldNum" sz="quarter" idx="10"/>
          </p:nvPr>
        </p:nvSpPr>
        <p:spPr/>
        <p:txBody>
          <a:bodyPr/>
          <a:lstStyle/>
          <a:p>
            <a:fld id="{A05B3F6B-FD3D-4789-A80B-DDBE7372AE8C}" type="slidenum">
              <a:rPr lang="es-CL" smtClean="0"/>
              <a:t>5</a:t>
            </a:fld>
            <a:endParaRPr lang="es-CL"/>
          </a:p>
        </p:txBody>
      </p:sp>
    </p:spTree>
    <p:extLst>
      <p:ext uri="{BB962C8B-B14F-4D97-AF65-F5344CB8AC3E}">
        <p14:creationId xmlns:p14="http://schemas.microsoft.com/office/powerpoint/2010/main" val="21714305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D7F03A-1BA4-7E6A-300F-34124B304CC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8B0AC5D-1FC7-10FF-A895-91106557D86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8E85794-9B55-C799-8A41-ED1192D11F6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CL" dirty="0"/>
              <a:t>Sugerencia: Reemplazar con temas y subtemas</a:t>
            </a:r>
          </a:p>
          <a:p>
            <a:endParaRPr lang="es-CL" dirty="0"/>
          </a:p>
        </p:txBody>
      </p:sp>
      <p:sp>
        <p:nvSpPr>
          <p:cNvPr id="4" name="Marcador de número de diapositiva 3">
            <a:extLst>
              <a:ext uri="{FF2B5EF4-FFF2-40B4-BE49-F238E27FC236}">
                <a16:creationId xmlns:a16="http://schemas.microsoft.com/office/drawing/2014/main" id="{48F7A0B3-6AD1-3B4F-E7F7-FDD18BEF59DD}"/>
              </a:ext>
            </a:extLst>
          </p:cNvPr>
          <p:cNvSpPr>
            <a:spLocks noGrp="1"/>
          </p:cNvSpPr>
          <p:nvPr>
            <p:ph type="sldNum" sz="quarter" idx="10"/>
          </p:nvPr>
        </p:nvSpPr>
        <p:spPr/>
        <p:txBody>
          <a:bodyPr/>
          <a:lstStyle/>
          <a:p>
            <a:fld id="{A05B3F6B-FD3D-4789-A80B-DDBE7372AE8C}" type="slidenum">
              <a:rPr lang="es-CL" smtClean="0"/>
              <a:t>6</a:t>
            </a:fld>
            <a:endParaRPr lang="es-CL"/>
          </a:p>
        </p:txBody>
      </p:sp>
    </p:spTree>
    <p:extLst>
      <p:ext uri="{BB962C8B-B14F-4D97-AF65-F5344CB8AC3E}">
        <p14:creationId xmlns:p14="http://schemas.microsoft.com/office/powerpoint/2010/main" val="13512224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67421D-E6A8-C398-D0B2-D7667D7009A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E0BC6FE-82BD-AE82-6739-19CA99A6C05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31F15EB-D961-A9FE-8BAE-04D939F6036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CL" dirty="0"/>
              <a:t>Sugerencia: Reemplazar con temas y subtemas</a:t>
            </a:r>
          </a:p>
          <a:p>
            <a:endParaRPr lang="es-CL" dirty="0"/>
          </a:p>
        </p:txBody>
      </p:sp>
      <p:sp>
        <p:nvSpPr>
          <p:cNvPr id="4" name="Marcador de número de diapositiva 3">
            <a:extLst>
              <a:ext uri="{FF2B5EF4-FFF2-40B4-BE49-F238E27FC236}">
                <a16:creationId xmlns:a16="http://schemas.microsoft.com/office/drawing/2014/main" id="{F4582B8C-AF21-51A5-B357-91656BE7A374}"/>
              </a:ext>
            </a:extLst>
          </p:cNvPr>
          <p:cNvSpPr>
            <a:spLocks noGrp="1"/>
          </p:cNvSpPr>
          <p:nvPr>
            <p:ph type="sldNum" sz="quarter" idx="10"/>
          </p:nvPr>
        </p:nvSpPr>
        <p:spPr/>
        <p:txBody>
          <a:bodyPr/>
          <a:lstStyle/>
          <a:p>
            <a:fld id="{A05B3F6B-FD3D-4789-A80B-DDBE7372AE8C}" type="slidenum">
              <a:rPr lang="es-CL" smtClean="0"/>
              <a:t>7</a:t>
            </a:fld>
            <a:endParaRPr lang="es-CL"/>
          </a:p>
        </p:txBody>
      </p:sp>
    </p:spTree>
    <p:extLst>
      <p:ext uri="{BB962C8B-B14F-4D97-AF65-F5344CB8AC3E}">
        <p14:creationId xmlns:p14="http://schemas.microsoft.com/office/powerpoint/2010/main" val="25249179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E9ED81-8DA5-07BB-DA75-7B5430702C7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4DD33C3-963D-8BC1-4A49-6ED24D0DF3A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531EB8D-BD81-2ABA-2EC9-60E1440D034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CL" dirty="0"/>
              <a:t>Sugerencia: Reemplazar con temas y subtemas</a:t>
            </a:r>
          </a:p>
          <a:p>
            <a:endParaRPr lang="es-CL" dirty="0"/>
          </a:p>
        </p:txBody>
      </p:sp>
      <p:sp>
        <p:nvSpPr>
          <p:cNvPr id="4" name="Marcador de número de diapositiva 3">
            <a:extLst>
              <a:ext uri="{FF2B5EF4-FFF2-40B4-BE49-F238E27FC236}">
                <a16:creationId xmlns:a16="http://schemas.microsoft.com/office/drawing/2014/main" id="{75B34DD0-7AA4-ABB6-B683-54C844D96974}"/>
              </a:ext>
            </a:extLst>
          </p:cNvPr>
          <p:cNvSpPr>
            <a:spLocks noGrp="1"/>
          </p:cNvSpPr>
          <p:nvPr>
            <p:ph type="sldNum" sz="quarter" idx="10"/>
          </p:nvPr>
        </p:nvSpPr>
        <p:spPr/>
        <p:txBody>
          <a:bodyPr/>
          <a:lstStyle/>
          <a:p>
            <a:fld id="{A05B3F6B-FD3D-4789-A80B-DDBE7372AE8C}" type="slidenum">
              <a:rPr lang="es-CL" smtClean="0"/>
              <a:t>8</a:t>
            </a:fld>
            <a:endParaRPr lang="es-CL"/>
          </a:p>
        </p:txBody>
      </p:sp>
    </p:spTree>
    <p:extLst>
      <p:ext uri="{BB962C8B-B14F-4D97-AF65-F5344CB8AC3E}">
        <p14:creationId xmlns:p14="http://schemas.microsoft.com/office/powerpoint/2010/main" val="31820674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194F4F-24C1-2C0F-CB70-70530C12F5A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03F5DF9-F49C-DDDE-01CE-FFE51CF61E3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72E1448-B720-C22B-2404-4B24A3D0F16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CL" dirty="0"/>
              <a:t>Sugerencia: Reemplazar con temas y subtemas</a:t>
            </a:r>
          </a:p>
          <a:p>
            <a:endParaRPr lang="es-CL" dirty="0"/>
          </a:p>
        </p:txBody>
      </p:sp>
      <p:sp>
        <p:nvSpPr>
          <p:cNvPr id="4" name="Marcador de número de diapositiva 3">
            <a:extLst>
              <a:ext uri="{FF2B5EF4-FFF2-40B4-BE49-F238E27FC236}">
                <a16:creationId xmlns:a16="http://schemas.microsoft.com/office/drawing/2014/main" id="{E5049A0E-4F14-5AEA-E939-343173FC2FC7}"/>
              </a:ext>
            </a:extLst>
          </p:cNvPr>
          <p:cNvSpPr>
            <a:spLocks noGrp="1"/>
          </p:cNvSpPr>
          <p:nvPr>
            <p:ph type="sldNum" sz="quarter" idx="10"/>
          </p:nvPr>
        </p:nvSpPr>
        <p:spPr/>
        <p:txBody>
          <a:bodyPr/>
          <a:lstStyle/>
          <a:p>
            <a:fld id="{A05B3F6B-FD3D-4789-A80B-DDBE7372AE8C}" type="slidenum">
              <a:rPr lang="es-CL" smtClean="0"/>
              <a:t>9</a:t>
            </a:fld>
            <a:endParaRPr lang="es-CL"/>
          </a:p>
        </p:txBody>
      </p:sp>
    </p:spTree>
    <p:extLst>
      <p:ext uri="{BB962C8B-B14F-4D97-AF65-F5344CB8AC3E}">
        <p14:creationId xmlns:p14="http://schemas.microsoft.com/office/powerpoint/2010/main" val="4845519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DF14E9-157B-3CDC-D8CB-CF8E068F173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F33974D-408C-DE54-4992-03B71394A81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300AE90-734B-66FE-32D9-E8A764AC99C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CL" dirty="0"/>
              <a:t>Sugerencia: Reemplazar con temas y subtemas</a:t>
            </a:r>
          </a:p>
          <a:p>
            <a:endParaRPr lang="es-CL" dirty="0"/>
          </a:p>
        </p:txBody>
      </p:sp>
      <p:sp>
        <p:nvSpPr>
          <p:cNvPr id="4" name="Marcador de número de diapositiva 3">
            <a:extLst>
              <a:ext uri="{FF2B5EF4-FFF2-40B4-BE49-F238E27FC236}">
                <a16:creationId xmlns:a16="http://schemas.microsoft.com/office/drawing/2014/main" id="{8A34CECF-6C8E-03CF-46D9-BC04EC07C623}"/>
              </a:ext>
            </a:extLst>
          </p:cNvPr>
          <p:cNvSpPr>
            <a:spLocks noGrp="1"/>
          </p:cNvSpPr>
          <p:nvPr>
            <p:ph type="sldNum" sz="quarter" idx="10"/>
          </p:nvPr>
        </p:nvSpPr>
        <p:spPr/>
        <p:txBody>
          <a:bodyPr/>
          <a:lstStyle/>
          <a:p>
            <a:fld id="{A05B3F6B-FD3D-4789-A80B-DDBE7372AE8C}" type="slidenum">
              <a:rPr lang="es-CL" smtClean="0"/>
              <a:t>10</a:t>
            </a:fld>
            <a:endParaRPr lang="es-CL"/>
          </a:p>
        </p:txBody>
      </p:sp>
    </p:spTree>
    <p:extLst>
      <p:ext uri="{BB962C8B-B14F-4D97-AF65-F5344CB8AC3E}">
        <p14:creationId xmlns:p14="http://schemas.microsoft.com/office/powerpoint/2010/main" val="34209582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DC8A3F-3B16-16FE-C6ED-B99492DA234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B3DE12A-FC14-5461-0767-5660EBB139B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99ECEE8-2328-8B4F-0655-16A88C51FB7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CL" dirty="0"/>
              <a:t>Sugerencia: Reemplazar con temas y subtemas</a:t>
            </a:r>
          </a:p>
          <a:p>
            <a:endParaRPr lang="es-CL" dirty="0"/>
          </a:p>
        </p:txBody>
      </p:sp>
      <p:sp>
        <p:nvSpPr>
          <p:cNvPr id="4" name="Marcador de número de diapositiva 3">
            <a:extLst>
              <a:ext uri="{FF2B5EF4-FFF2-40B4-BE49-F238E27FC236}">
                <a16:creationId xmlns:a16="http://schemas.microsoft.com/office/drawing/2014/main" id="{8F638E3F-BB61-C192-7CE2-412B9B60F341}"/>
              </a:ext>
            </a:extLst>
          </p:cNvPr>
          <p:cNvSpPr>
            <a:spLocks noGrp="1"/>
          </p:cNvSpPr>
          <p:nvPr>
            <p:ph type="sldNum" sz="quarter" idx="10"/>
          </p:nvPr>
        </p:nvSpPr>
        <p:spPr/>
        <p:txBody>
          <a:bodyPr/>
          <a:lstStyle/>
          <a:p>
            <a:fld id="{A05B3F6B-FD3D-4789-A80B-DDBE7372AE8C}" type="slidenum">
              <a:rPr lang="es-CL" smtClean="0"/>
              <a:t>11</a:t>
            </a:fld>
            <a:endParaRPr lang="es-CL"/>
          </a:p>
        </p:txBody>
      </p:sp>
    </p:spTree>
    <p:extLst>
      <p:ext uri="{BB962C8B-B14F-4D97-AF65-F5344CB8AC3E}">
        <p14:creationId xmlns:p14="http://schemas.microsoft.com/office/powerpoint/2010/main" val="15850100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135C85-2782-88BF-9A6B-6153B5E9865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ED60D7D-0A28-E223-ED87-14486E9FA21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AF1FFFF-033A-EE41-54A3-B38B690BE12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CL" dirty="0"/>
              <a:t>Sugerencia: Reemplazar con temas y subtemas</a:t>
            </a:r>
          </a:p>
          <a:p>
            <a:endParaRPr lang="es-CL" dirty="0"/>
          </a:p>
        </p:txBody>
      </p:sp>
      <p:sp>
        <p:nvSpPr>
          <p:cNvPr id="4" name="Marcador de número de diapositiva 3">
            <a:extLst>
              <a:ext uri="{FF2B5EF4-FFF2-40B4-BE49-F238E27FC236}">
                <a16:creationId xmlns:a16="http://schemas.microsoft.com/office/drawing/2014/main" id="{B7749122-58FF-3EAB-8E5A-84AA92A33FE0}"/>
              </a:ext>
            </a:extLst>
          </p:cNvPr>
          <p:cNvSpPr>
            <a:spLocks noGrp="1"/>
          </p:cNvSpPr>
          <p:nvPr>
            <p:ph type="sldNum" sz="quarter" idx="10"/>
          </p:nvPr>
        </p:nvSpPr>
        <p:spPr/>
        <p:txBody>
          <a:bodyPr/>
          <a:lstStyle/>
          <a:p>
            <a:fld id="{A05B3F6B-FD3D-4789-A80B-DDBE7372AE8C}" type="slidenum">
              <a:rPr lang="es-CL" smtClean="0"/>
              <a:t>12</a:t>
            </a:fld>
            <a:endParaRPr lang="es-CL"/>
          </a:p>
        </p:txBody>
      </p:sp>
    </p:spTree>
    <p:extLst>
      <p:ext uri="{BB962C8B-B14F-4D97-AF65-F5344CB8AC3E}">
        <p14:creationId xmlns:p14="http://schemas.microsoft.com/office/powerpoint/2010/main" val="8785135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816B4C-978A-2F7B-5A8D-7A3FFB1E9A2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B0BB17D-318D-12FD-815C-57B8675D6D4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5E74ABE0-B742-99F3-ABCE-87F3972C9AE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CL" dirty="0"/>
              <a:t>Sugerencia: Reemplazar con temas y subtemas</a:t>
            </a:r>
          </a:p>
          <a:p>
            <a:endParaRPr lang="es-CL" dirty="0"/>
          </a:p>
        </p:txBody>
      </p:sp>
      <p:sp>
        <p:nvSpPr>
          <p:cNvPr id="4" name="Marcador de número de diapositiva 3">
            <a:extLst>
              <a:ext uri="{FF2B5EF4-FFF2-40B4-BE49-F238E27FC236}">
                <a16:creationId xmlns:a16="http://schemas.microsoft.com/office/drawing/2014/main" id="{EAA5C68E-CD6A-076B-6CF4-F9D21246B0BB}"/>
              </a:ext>
            </a:extLst>
          </p:cNvPr>
          <p:cNvSpPr>
            <a:spLocks noGrp="1"/>
          </p:cNvSpPr>
          <p:nvPr>
            <p:ph type="sldNum" sz="quarter" idx="10"/>
          </p:nvPr>
        </p:nvSpPr>
        <p:spPr/>
        <p:txBody>
          <a:bodyPr/>
          <a:lstStyle/>
          <a:p>
            <a:fld id="{A05B3F6B-FD3D-4789-A80B-DDBE7372AE8C}" type="slidenum">
              <a:rPr lang="es-CL" smtClean="0"/>
              <a:t>13</a:t>
            </a:fld>
            <a:endParaRPr lang="es-CL"/>
          </a:p>
        </p:txBody>
      </p:sp>
    </p:spTree>
    <p:extLst>
      <p:ext uri="{BB962C8B-B14F-4D97-AF65-F5344CB8AC3E}">
        <p14:creationId xmlns:p14="http://schemas.microsoft.com/office/powerpoint/2010/main" val="392463716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773B49-AFA8-C12B-F455-D8133AE730E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D54B9EC-F902-4B38-FB33-7B8DD43FEB0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B26B89D-8F3A-5859-0CF3-A8E8D7B4F39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CL" dirty="0"/>
              <a:t>Sugerencia: Reemplazar con temas y subtemas</a:t>
            </a:r>
          </a:p>
          <a:p>
            <a:endParaRPr lang="es-CL" dirty="0"/>
          </a:p>
        </p:txBody>
      </p:sp>
      <p:sp>
        <p:nvSpPr>
          <p:cNvPr id="4" name="Marcador de número de diapositiva 3">
            <a:extLst>
              <a:ext uri="{FF2B5EF4-FFF2-40B4-BE49-F238E27FC236}">
                <a16:creationId xmlns:a16="http://schemas.microsoft.com/office/drawing/2014/main" id="{C6BC4118-D078-AA84-7707-7066A0D01589}"/>
              </a:ext>
            </a:extLst>
          </p:cNvPr>
          <p:cNvSpPr>
            <a:spLocks noGrp="1"/>
          </p:cNvSpPr>
          <p:nvPr>
            <p:ph type="sldNum" sz="quarter" idx="10"/>
          </p:nvPr>
        </p:nvSpPr>
        <p:spPr/>
        <p:txBody>
          <a:bodyPr/>
          <a:lstStyle/>
          <a:p>
            <a:fld id="{A05B3F6B-FD3D-4789-A80B-DDBE7372AE8C}" type="slidenum">
              <a:rPr lang="es-CL" smtClean="0"/>
              <a:t>14</a:t>
            </a:fld>
            <a:endParaRPr lang="es-CL"/>
          </a:p>
        </p:txBody>
      </p:sp>
    </p:spTree>
    <p:extLst>
      <p:ext uri="{BB962C8B-B14F-4D97-AF65-F5344CB8AC3E}">
        <p14:creationId xmlns:p14="http://schemas.microsoft.com/office/powerpoint/2010/main" val="176220928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2A529D-0880-2E5E-2637-50C147059D8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27F0623-FBA1-242B-2C8A-70F417C4996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37E7BB1-CAB8-94C9-35D1-8A8DDB57109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CL" dirty="0"/>
              <a:t>Sugerencia: Reemplazar con temas y subtemas</a:t>
            </a:r>
          </a:p>
          <a:p>
            <a:endParaRPr lang="es-CL" dirty="0"/>
          </a:p>
        </p:txBody>
      </p:sp>
      <p:sp>
        <p:nvSpPr>
          <p:cNvPr id="4" name="Marcador de número de diapositiva 3">
            <a:extLst>
              <a:ext uri="{FF2B5EF4-FFF2-40B4-BE49-F238E27FC236}">
                <a16:creationId xmlns:a16="http://schemas.microsoft.com/office/drawing/2014/main" id="{015FBB35-7333-C810-4774-9E02588D2F43}"/>
              </a:ext>
            </a:extLst>
          </p:cNvPr>
          <p:cNvSpPr>
            <a:spLocks noGrp="1"/>
          </p:cNvSpPr>
          <p:nvPr>
            <p:ph type="sldNum" sz="quarter" idx="10"/>
          </p:nvPr>
        </p:nvSpPr>
        <p:spPr/>
        <p:txBody>
          <a:bodyPr/>
          <a:lstStyle/>
          <a:p>
            <a:fld id="{A05B3F6B-FD3D-4789-A80B-DDBE7372AE8C}" type="slidenum">
              <a:rPr lang="es-CL" smtClean="0"/>
              <a:t>15</a:t>
            </a:fld>
            <a:endParaRPr lang="es-CL"/>
          </a:p>
        </p:txBody>
      </p:sp>
    </p:spTree>
    <p:extLst>
      <p:ext uri="{BB962C8B-B14F-4D97-AF65-F5344CB8AC3E}">
        <p14:creationId xmlns:p14="http://schemas.microsoft.com/office/powerpoint/2010/main" val="135176923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40D4C2-4D9C-A640-5FBF-978798AB991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8A8DA7B-F175-3486-E21E-E9C2270E4EB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6F4BC91-D6BD-E424-5277-03260C6F914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CL" dirty="0"/>
              <a:t>Sugerencia: Reemplazar con temas y subtemas</a:t>
            </a:r>
          </a:p>
          <a:p>
            <a:endParaRPr lang="es-CL" dirty="0"/>
          </a:p>
        </p:txBody>
      </p:sp>
      <p:sp>
        <p:nvSpPr>
          <p:cNvPr id="4" name="Marcador de número de diapositiva 3">
            <a:extLst>
              <a:ext uri="{FF2B5EF4-FFF2-40B4-BE49-F238E27FC236}">
                <a16:creationId xmlns:a16="http://schemas.microsoft.com/office/drawing/2014/main" id="{61881D63-5184-3B97-540C-5176A09F5F70}"/>
              </a:ext>
            </a:extLst>
          </p:cNvPr>
          <p:cNvSpPr>
            <a:spLocks noGrp="1"/>
          </p:cNvSpPr>
          <p:nvPr>
            <p:ph type="sldNum" sz="quarter" idx="10"/>
          </p:nvPr>
        </p:nvSpPr>
        <p:spPr/>
        <p:txBody>
          <a:bodyPr/>
          <a:lstStyle/>
          <a:p>
            <a:fld id="{A05B3F6B-FD3D-4789-A80B-DDBE7372AE8C}" type="slidenum">
              <a:rPr lang="es-CL" smtClean="0"/>
              <a:t>16</a:t>
            </a:fld>
            <a:endParaRPr lang="es-CL"/>
          </a:p>
        </p:txBody>
      </p:sp>
    </p:spTree>
    <p:extLst>
      <p:ext uri="{BB962C8B-B14F-4D97-AF65-F5344CB8AC3E}">
        <p14:creationId xmlns:p14="http://schemas.microsoft.com/office/powerpoint/2010/main" val="20471716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E46A50-10E9-A7D7-57D3-2CB99A6DF40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785E869-F37D-9B18-DCF7-6317C700539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6A6A270-87B7-0AD5-5587-C51E13EE960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CL" dirty="0"/>
              <a:t>Sugerencia: Reemplazar con temas y subtemas</a:t>
            </a:r>
          </a:p>
          <a:p>
            <a:endParaRPr lang="es-CL" dirty="0"/>
          </a:p>
        </p:txBody>
      </p:sp>
      <p:sp>
        <p:nvSpPr>
          <p:cNvPr id="4" name="Marcador de número de diapositiva 3">
            <a:extLst>
              <a:ext uri="{FF2B5EF4-FFF2-40B4-BE49-F238E27FC236}">
                <a16:creationId xmlns:a16="http://schemas.microsoft.com/office/drawing/2014/main" id="{69A309B2-374D-4666-E158-BBEBEADCDD82}"/>
              </a:ext>
            </a:extLst>
          </p:cNvPr>
          <p:cNvSpPr>
            <a:spLocks noGrp="1"/>
          </p:cNvSpPr>
          <p:nvPr>
            <p:ph type="sldNum" sz="quarter" idx="10"/>
          </p:nvPr>
        </p:nvSpPr>
        <p:spPr/>
        <p:txBody>
          <a:bodyPr/>
          <a:lstStyle/>
          <a:p>
            <a:fld id="{A05B3F6B-FD3D-4789-A80B-DDBE7372AE8C}" type="slidenum">
              <a:rPr lang="es-CL" smtClean="0"/>
              <a:t>17</a:t>
            </a:fld>
            <a:endParaRPr lang="es-CL"/>
          </a:p>
        </p:txBody>
      </p:sp>
    </p:spTree>
    <p:extLst>
      <p:ext uri="{BB962C8B-B14F-4D97-AF65-F5344CB8AC3E}">
        <p14:creationId xmlns:p14="http://schemas.microsoft.com/office/powerpoint/2010/main" val="172625475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DF3718-10A1-8D11-53FD-8D97FF96DA4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6587C44-09C7-9B6B-5F9F-33B46ABBBA0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772E4F8C-8EF4-E7A3-4837-CDFE16816D8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CL" dirty="0"/>
              <a:t>Sugerencia: Reemplazar con temas y subtemas</a:t>
            </a:r>
          </a:p>
          <a:p>
            <a:endParaRPr lang="es-CL" dirty="0"/>
          </a:p>
        </p:txBody>
      </p:sp>
      <p:sp>
        <p:nvSpPr>
          <p:cNvPr id="4" name="Marcador de número de diapositiva 3">
            <a:extLst>
              <a:ext uri="{FF2B5EF4-FFF2-40B4-BE49-F238E27FC236}">
                <a16:creationId xmlns:a16="http://schemas.microsoft.com/office/drawing/2014/main" id="{FBECE14A-B55D-A6AE-2531-5DBD31826070}"/>
              </a:ext>
            </a:extLst>
          </p:cNvPr>
          <p:cNvSpPr>
            <a:spLocks noGrp="1"/>
          </p:cNvSpPr>
          <p:nvPr>
            <p:ph type="sldNum" sz="quarter" idx="10"/>
          </p:nvPr>
        </p:nvSpPr>
        <p:spPr/>
        <p:txBody>
          <a:bodyPr/>
          <a:lstStyle/>
          <a:p>
            <a:fld id="{A05B3F6B-FD3D-4789-A80B-DDBE7372AE8C}" type="slidenum">
              <a:rPr lang="es-CL" smtClean="0"/>
              <a:t>18</a:t>
            </a:fld>
            <a:endParaRPr lang="es-CL"/>
          </a:p>
        </p:txBody>
      </p:sp>
    </p:spTree>
    <p:extLst>
      <p:ext uri="{BB962C8B-B14F-4D97-AF65-F5344CB8AC3E}">
        <p14:creationId xmlns:p14="http://schemas.microsoft.com/office/powerpoint/2010/main" val="230981155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E71CBD-D438-5A8B-9B1F-C05E9AB570B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AFDB5E6-2290-CE07-F373-AA7F0DD7A48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DF4068A-134B-E6F0-8D0C-A8788E0DC00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CL" dirty="0"/>
              <a:t>Sugerencia: Reemplazar con temas y subtemas</a:t>
            </a:r>
          </a:p>
          <a:p>
            <a:endParaRPr lang="es-CL" dirty="0"/>
          </a:p>
        </p:txBody>
      </p:sp>
      <p:sp>
        <p:nvSpPr>
          <p:cNvPr id="4" name="Marcador de número de diapositiva 3">
            <a:extLst>
              <a:ext uri="{FF2B5EF4-FFF2-40B4-BE49-F238E27FC236}">
                <a16:creationId xmlns:a16="http://schemas.microsoft.com/office/drawing/2014/main" id="{20553D19-5B3E-1C3F-29C9-01F6F81BC795}"/>
              </a:ext>
            </a:extLst>
          </p:cNvPr>
          <p:cNvSpPr>
            <a:spLocks noGrp="1"/>
          </p:cNvSpPr>
          <p:nvPr>
            <p:ph type="sldNum" sz="quarter" idx="10"/>
          </p:nvPr>
        </p:nvSpPr>
        <p:spPr/>
        <p:txBody>
          <a:bodyPr/>
          <a:lstStyle/>
          <a:p>
            <a:fld id="{A05B3F6B-FD3D-4789-A80B-DDBE7372AE8C}" type="slidenum">
              <a:rPr lang="es-CL" smtClean="0"/>
              <a:t>19</a:t>
            </a:fld>
            <a:endParaRPr lang="es-CL"/>
          </a:p>
        </p:txBody>
      </p:sp>
    </p:spTree>
    <p:extLst>
      <p:ext uri="{BB962C8B-B14F-4D97-AF65-F5344CB8AC3E}">
        <p14:creationId xmlns:p14="http://schemas.microsoft.com/office/powerpoint/2010/main" val="352469601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0527ED-C4F0-A4F9-E34A-A9A9E9563E7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73DD4E3-C6BD-A00C-3A9F-79DDACCEEA0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2B658B1-3033-CAF7-BCD9-0D5658DEA70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CL" dirty="0"/>
              <a:t>Sugerencia: Reemplazar con temas y subtemas</a:t>
            </a:r>
          </a:p>
          <a:p>
            <a:endParaRPr lang="es-CL" dirty="0"/>
          </a:p>
        </p:txBody>
      </p:sp>
      <p:sp>
        <p:nvSpPr>
          <p:cNvPr id="4" name="Marcador de número de diapositiva 3">
            <a:extLst>
              <a:ext uri="{FF2B5EF4-FFF2-40B4-BE49-F238E27FC236}">
                <a16:creationId xmlns:a16="http://schemas.microsoft.com/office/drawing/2014/main" id="{97AD6C1E-3D7A-9F76-2A8E-CBD696DA2E08}"/>
              </a:ext>
            </a:extLst>
          </p:cNvPr>
          <p:cNvSpPr>
            <a:spLocks noGrp="1"/>
          </p:cNvSpPr>
          <p:nvPr>
            <p:ph type="sldNum" sz="quarter" idx="10"/>
          </p:nvPr>
        </p:nvSpPr>
        <p:spPr/>
        <p:txBody>
          <a:bodyPr/>
          <a:lstStyle/>
          <a:p>
            <a:fld id="{A05B3F6B-FD3D-4789-A80B-DDBE7372AE8C}" type="slidenum">
              <a:rPr lang="es-CL" smtClean="0"/>
              <a:t>20</a:t>
            </a:fld>
            <a:endParaRPr lang="es-CL"/>
          </a:p>
        </p:txBody>
      </p:sp>
    </p:spTree>
    <p:extLst>
      <p:ext uri="{BB962C8B-B14F-4D97-AF65-F5344CB8AC3E}">
        <p14:creationId xmlns:p14="http://schemas.microsoft.com/office/powerpoint/2010/main" val="205202428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DA7051-3348-AD7C-D0F8-47A478AED05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7F920AD-2F9E-F06A-3692-4675D579F8F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28F2D33-1583-E373-5618-7B33B155233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CL" dirty="0"/>
              <a:t>Sugerencia: Reemplazar con temas y subtemas</a:t>
            </a:r>
          </a:p>
          <a:p>
            <a:endParaRPr lang="es-CL" dirty="0"/>
          </a:p>
        </p:txBody>
      </p:sp>
      <p:sp>
        <p:nvSpPr>
          <p:cNvPr id="4" name="Marcador de número de diapositiva 3">
            <a:extLst>
              <a:ext uri="{FF2B5EF4-FFF2-40B4-BE49-F238E27FC236}">
                <a16:creationId xmlns:a16="http://schemas.microsoft.com/office/drawing/2014/main" id="{855475DB-4D45-88D6-401B-B130B479A8C7}"/>
              </a:ext>
            </a:extLst>
          </p:cNvPr>
          <p:cNvSpPr>
            <a:spLocks noGrp="1"/>
          </p:cNvSpPr>
          <p:nvPr>
            <p:ph type="sldNum" sz="quarter" idx="10"/>
          </p:nvPr>
        </p:nvSpPr>
        <p:spPr/>
        <p:txBody>
          <a:bodyPr/>
          <a:lstStyle/>
          <a:p>
            <a:fld id="{A05B3F6B-FD3D-4789-A80B-DDBE7372AE8C}" type="slidenum">
              <a:rPr lang="es-CL" smtClean="0"/>
              <a:t>21</a:t>
            </a:fld>
            <a:endParaRPr lang="es-CL"/>
          </a:p>
        </p:txBody>
      </p:sp>
    </p:spTree>
    <p:extLst>
      <p:ext uri="{BB962C8B-B14F-4D97-AF65-F5344CB8AC3E}">
        <p14:creationId xmlns:p14="http://schemas.microsoft.com/office/powerpoint/2010/main" val="296564682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5C6963-E598-70F7-4F67-C6310E01BEF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12B2CE1-BEB1-3241-559C-748F2B8E249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5DED159-24B1-0F59-C177-13C06801D60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CL" dirty="0"/>
              <a:t>Sugerencia: Reemplazar con temas y subtemas</a:t>
            </a:r>
          </a:p>
          <a:p>
            <a:endParaRPr lang="es-CL" dirty="0"/>
          </a:p>
        </p:txBody>
      </p:sp>
      <p:sp>
        <p:nvSpPr>
          <p:cNvPr id="4" name="Marcador de número de diapositiva 3">
            <a:extLst>
              <a:ext uri="{FF2B5EF4-FFF2-40B4-BE49-F238E27FC236}">
                <a16:creationId xmlns:a16="http://schemas.microsoft.com/office/drawing/2014/main" id="{0E8E4A28-16A6-9F38-EBCC-19EEC987E1AF}"/>
              </a:ext>
            </a:extLst>
          </p:cNvPr>
          <p:cNvSpPr>
            <a:spLocks noGrp="1"/>
          </p:cNvSpPr>
          <p:nvPr>
            <p:ph type="sldNum" sz="quarter" idx="10"/>
          </p:nvPr>
        </p:nvSpPr>
        <p:spPr/>
        <p:txBody>
          <a:bodyPr/>
          <a:lstStyle/>
          <a:p>
            <a:fld id="{A05B3F6B-FD3D-4789-A80B-DDBE7372AE8C}" type="slidenum">
              <a:rPr lang="es-CL" smtClean="0"/>
              <a:t>22</a:t>
            </a:fld>
            <a:endParaRPr lang="es-CL"/>
          </a:p>
        </p:txBody>
      </p:sp>
    </p:spTree>
    <p:extLst>
      <p:ext uri="{BB962C8B-B14F-4D97-AF65-F5344CB8AC3E}">
        <p14:creationId xmlns:p14="http://schemas.microsoft.com/office/powerpoint/2010/main" val="31176949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EA7402-2177-AA59-5BEB-083A4A9EF36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2D49C76-A3DC-A0AF-0643-6F59DE9EB32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03493A6-4475-9EB2-0786-BB6DE36D39F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CL" dirty="0"/>
              <a:t>Sugerencia: Reemplazar con temas y subtemas</a:t>
            </a:r>
          </a:p>
          <a:p>
            <a:endParaRPr lang="es-CL" dirty="0"/>
          </a:p>
        </p:txBody>
      </p:sp>
      <p:sp>
        <p:nvSpPr>
          <p:cNvPr id="4" name="Marcador de número de diapositiva 3">
            <a:extLst>
              <a:ext uri="{FF2B5EF4-FFF2-40B4-BE49-F238E27FC236}">
                <a16:creationId xmlns:a16="http://schemas.microsoft.com/office/drawing/2014/main" id="{1D7EDAFC-5779-147A-7599-17067A276CA8}"/>
              </a:ext>
            </a:extLst>
          </p:cNvPr>
          <p:cNvSpPr>
            <a:spLocks noGrp="1"/>
          </p:cNvSpPr>
          <p:nvPr>
            <p:ph type="sldNum" sz="quarter" idx="10"/>
          </p:nvPr>
        </p:nvSpPr>
        <p:spPr/>
        <p:txBody>
          <a:bodyPr/>
          <a:lstStyle/>
          <a:p>
            <a:fld id="{A05B3F6B-FD3D-4789-A80B-DDBE7372AE8C}" type="slidenum">
              <a:rPr lang="es-CL" smtClean="0"/>
              <a:t>23</a:t>
            </a:fld>
            <a:endParaRPr lang="es-CL"/>
          </a:p>
        </p:txBody>
      </p:sp>
    </p:spTree>
    <p:extLst>
      <p:ext uri="{BB962C8B-B14F-4D97-AF65-F5344CB8AC3E}">
        <p14:creationId xmlns:p14="http://schemas.microsoft.com/office/powerpoint/2010/main" val="314915105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C629CD-DB1F-B834-A8C6-F8318810A58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AA37220-CF72-7EBE-F7E3-96747A7F3CF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52F3781D-5333-37A2-EEC3-EB0224AA9D3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CL" dirty="0"/>
              <a:t>Sugerencia: Reemplazar con temas y subtemas</a:t>
            </a:r>
          </a:p>
          <a:p>
            <a:endParaRPr lang="es-CL" dirty="0"/>
          </a:p>
        </p:txBody>
      </p:sp>
      <p:sp>
        <p:nvSpPr>
          <p:cNvPr id="4" name="Marcador de número de diapositiva 3">
            <a:extLst>
              <a:ext uri="{FF2B5EF4-FFF2-40B4-BE49-F238E27FC236}">
                <a16:creationId xmlns:a16="http://schemas.microsoft.com/office/drawing/2014/main" id="{C79D6B75-5A76-F75F-BC3B-373841307255}"/>
              </a:ext>
            </a:extLst>
          </p:cNvPr>
          <p:cNvSpPr>
            <a:spLocks noGrp="1"/>
          </p:cNvSpPr>
          <p:nvPr>
            <p:ph type="sldNum" sz="quarter" idx="10"/>
          </p:nvPr>
        </p:nvSpPr>
        <p:spPr/>
        <p:txBody>
          <a:bodyPr/>
          <a:lstStyle/>
          <a:p>
            <a:fld id="{A05B3F6B-FD3D-4789-A80B-DDBE7372AE8C}" type="slidenum">
              <a:rPr lang="es-CL" smtClean="0"/>
              <a:t>24</a:t>
            </a:fld>
            <a:endParaRPr lang="es-CL"/>
          </a:p>
        </p:txBody>
      </p:sp>
    </p:spTree>
    <p:extLst>
      <p:ext uri="{BB962C8B-B14F-4D97-AF65-F5344CB8AC3E}">
        <p14:creationId xmlns:p14="http://schemas.microsoft.com/office/powerpoint/2010/main" val="154551811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FBBADA-6249-099B-ABFC-D2A91075E1D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5810496-C188-58C9-8BDD-F3457316230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E4920B3-D819-D9C2-7ECF-493B8C40050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CL" dirty="0"/>
              <a:t>Sugerencia: Reemplazar con temas y subtemas</a:t>
            </a:r>
          </a:p>
          <a:p>
            <a:endParaRPr lang="es-CL" dirty="0"/>
          </a:p>
        </p:txBody>
      </p:sp>
      <p:sp>
        <p:nvSpPr>
          <p:cNvPr id="4" name="Marcador de número de diapositiva 3">
            <a:extLst>
              <a:ext uri="{FF2B5EF4-FFF2-40B4-BE49-F238E27FC236}">
                <a16:creationId xmlns:a16="http://schemas.microsoft.com/office/drawing/2014/main" id="{52F2E3D0-1F7C-97FF-1B72-DFC574BDFDE2}"/>
              </a:ext>
            </a:extLst>
          </p:cNvPr>
          <p:cNvSpPr>
            <a:spLocks noGrp="1"/>
          </p:cNvSpPr>
          <p:nvPr>
            <p:ph type="sldNum" sz="quarter" idx="10"/>
          </p:nvPr>
        </p:nvSpPr>
        <p:spPr/>
        <p:txBody>
          <a:bodyPr/>
          <a:lstStyle/>
          <a:p>
            <a:fld id="{A05B3F6B-FD3D-4789-A80B-DDBE7372AE8C}" type="slidenum">
              <a:rPr lang="es-CL" smtClean="0"/>
              <a:t>25</a:t>
            </a:fld>
            <a:endParaRPr lang="es-CL"/>
          </a:p>
        </p:txBody>
      </p:sp>
    </p:spTree>
    <p:extLst>
      <p:ext uri="{BB962C8B-B14F-4D97-AF65-F5344CB8AC3E}">
        <p14:creationId xmlns:p14="http://schemas.microsoft.com/office/powerpoint/2010/main" val="40001814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3495BE-D95E-D8B8-1878-2FA73AE5437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B91C3AC-32C8-AE04-CFA6-08F75F5D114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16A9102-2141-43AA-432D-8F65113293A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CL" dirty="0"/>
              <a:t>Sugerencia: Reemplazar con temas y subtemas</a:t>
            </a:r>
          </a:p>
          <a:p>
            <a:endParaRPr lang="es-CL" dirty="0"/>
          </a:p>
        </p:txBody>
      </p:sp>
      <p:sp>
        <p:nvSpPr>
          <p:cNvPr id="4" name="Marcador de número de diapositiva 3">
            <a:extLst>
              <a:ext uri="{FF2B5EF4-FFF2-40B4-BE49-F238E27FC236}">
                <a16:creationId xmlns:a16="http://schemas.microsoft.com/office/drawing/2014/main" id="{9B19A492-9BA0-8C6B-81A3-516062FB6478}"/>
              </a:ext>
            </a:extLst>
          </p:cNvPr>
          <p:cNvSpPr>
            <a:spLocks noGrp="1"/>
          </p:cNvSpPr>
          <p:nvPr>
            <p:ph type="sldNum" sz="quarter" idx="10"/>
          </p:nvPr>
        </p:nvSpPr>
        <p:spPr/>
        <p:txBody>
          <a:bodyPr/>
          <a:lstStyle/>
          <a:p>
            <a:fld id="{A05B3F6B-FD3D-4789-A80B-DDBE7372AE8C}" type="slidenum">
              <a:rPr lang="es-CL" smtClean="0"/>
              <a:t>26</a:t>
            </a:fld>
            <a:endParaRPr lang="es-CL"/>
          </a:p>
        </p:txBody>
      </p:sp>
    </p:spTree>
    <p:extLst>
      <p:ext uri="{BB962C8B-B14F-4D97-AF65-F5344CB8AC3E}">
        <p14:creationId xmlns:p14="http://schemas.microsoft.com/office/powerpoint/2010/main" val="175824076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_tradnl"/>
              <a:t> </a:t>
            </a:r>
            <a:endParaRPr lang="es-ES_tradnl" dirty="0"/>
          </a:p>
        </p:txBody>
      </p:sp>
      <p:sp>
        <p:nvSpPr>
          <p:cNvPr id="4" name="Marcador de número de diapositiva 3"/>
          <p:cNvSpPr>
            <a:spLocks noGrp="1"/>
          </p:cNvSpPr>
          <p:nvPr>
            <p:ph type="sldNum" sz="quarter" idx="10"/>
          </p:nvPr>
        </p:nvSpPr>
        <p:spPr/>
        <p:txBody>
          <a:bodyPr/>
          <a:lstStyle/>
          <a:p>
            <a:fld id="{CB8C247B-BF22-8347-871C-504C859AB74A}" type="slidenum">
              <a:rPr lang="es-ES_tradnl" smtClean="0"/>
              <a:t>27</a:t>
            </a:fld>
            <a:endParaRPr lang="es-ES_tradnl"/>
          </a:p>
        </p:txBody>
      </p:sp>
    </p:spTree>
    <p:extLst>
      <p:ext uri="{BB962C8B-B14F-4D97-AF65-F5344CB8AC3E}">
        <p14:creationId xmlns:p14="http://schemas.microsoft.com/office/powerpoint/2010/main" val="16466250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2FD61C-0A90-4B9A-A315-3352DD7666C6}"/>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L"/>
          </a:p>
        </p:txBody>
      </p:sp>
      <p:sp>
        <p:nvSpPr>
          <p:cNvPr id="3" name="Subtítulo 2">
            <a:extLst>
              <a:ext uri="{FF2B5EF4-FFF2-40B4-BE49-F238E27FC236}">
                <a16:creationId xmlns:a16="http://schemas.microsoft.com/office/drawing/2014/main" id="{2BDDF5D3-A263-4863-96AA-6D12D8E5C32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L"/>
          </a:p>
        </p:txBody>
      </p:sp>
      <p:sp>
        <p:nvSpPr>
          <p:cNvPr id="4" name="Marcador de fecha 3">
            <a:extLst>
              <a:ext uri="{FF2B5EF4-FFF2-40B4-BE49-F238E27FC236}">
                <a16:creationId xmlns:a16="http://schemas.microsoft.com/office/drawing/2014/main" id="{BAF12CE5-C309-4B2D-BD10-0B7E82ABCAB4}"/>
              </a:ext>
            </a:extLst>
          </p:cNvPr>
          <p:cNvSpPr>
            <a:spLocks noGrp="1"/>
          </p:cNvSpPr>
          <p:nvPr>
            <p:ph type="dt" sz="half" idx="10"/>
          </p:nvPr>
        </p:nvSpPr>
        <p:spPr/>
        <p:txBody>
          <a:bodyPr/>
          <a:lstStyle/>
          <a:p>
            <a:fld id="{8879C6B0-6393-4131-9540-C068361BDDD0}" type="datetimeFigureOut">
              <a:rPr lang="es-CL" smtClean="0"/>
              <a:t>17-03-2026</a:t>
            </a:fld>
            <a:endParaRPr lang="es-CL"/>
          </a:p>
        </p:txBody>
      </p:sp>
      <p:sp>
        <p:nvSpPr>
          <p:cNvPr id="5" name="Marcador de pie de página 4">
            <a:extLst>
              <a:ext uri="{FF2B5EF4-FFF2-40B4-BE49-F238E27FC236}">
                <a16:creationId xmlns:a16="http://schemas.microsoft.com/office/drawing/2014/main" id="{D4B1AD1E-A33A-461A-BED1-AAFF577C582E}"/>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9A513482-8FCA-43F3-ACFF-A812379D4B4F}"/>
              </a:ext>
            </a:extLst>
          </p:cNvPr>
          <p:cNvSpPr>
            <a:spLocks noGrp="1"/>
          </p:cNvSpPr>
          <p:nvPr>
            <p:ph type="sldNum" sz="quarter" idx="12"/>
          </p:nvPr>
        </p:nvSpPr>
        <p:spPr/>
        <p:txBody>
          <a:bodyPr/>
          <a:lstStyle/>
          <a:p>
            <a:fld id="{333AD1CF-B5AB-4551-A2BB-1D29A214764D}" type="slidenum">
              <a:rPr lang="es-CL" smtClean="0"/>
              <a:t>‹Nº›</a:t>
            </a:fld>
            <a:endParaRPr lang="es-CL"/>
          </a:p>
        </p:txBody>
      </p:sp>
    </p:spTree>
    <p:extLst>
      <p:ext uri="{BB962C8B-B14F-4D97-AF65-F5344CB8AC3E}">
        <p14:creationId xmlns:p14="http://schemas.microsoft.com/office/powerpoint/2010/main" val="39614837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1B6DE8B-6551-4B7F-B63E-815A6341CE75}"/>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82A0A3D7-77B3-46D3-AE54-4F9D6BEA8234}"/>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B4F2BFCD-DDD8-4F96-82E2-713C08732049}"/>
              </a:ext>
            </a:extLst>
          </p:cNvPr>
          <p:cNvSpPr>
            <a:spLocks noGrp="1"/>
          </p:cNvSpPr>
          <p:nvPr>
            <p:ph type="dt" sz="half" idx="10"/>
          </p:nvPr>
        </p:nvSpPr>
        <p:spPr/>
        <p:txBody>
          <a:bodyPr/>
          <a:lstStyle/>
          <a:p>
            <a:fld id="{8879C6B0-6393-4131-9540-C068361BDDD0}" type="datetimeFigureOut">
              <a:rPr lang="es-CL" smtClean="0"/>
              <a:t>17-03-2026</a:t>
            </a:fld>
            <a:endParaRPr lang="es-CL"/>
          </a:p>
        </p:txBody>
      </p:sp>
      <p:sp>
        <p:nvSpPr>
          <p:cNvPr id="5" name="Marcador de pie de página 4">
            <a:extLst>
              <a:ext uri="{FF2B5EF4-FFF2-40B4-BE49-F238E27FC236}">
                <a16:creationId xmlns:a16="http://schemas.microsoft.com/office/drawing/2014/main" id="{0B40AEEB-1DA1-4197-96DA-AD62BE8B06F0}"/>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E89690DF-3D9A-4C6A-AD36-5A24BB909504}"/>
              </a:ext>
            </a:extLst>
          </p:cNvPr>
          <p:cNvSpPr>
            <a:spLocks noGrp="1"/>
          </p:cNvSpPr>
          <p:nvPr>
            <p:ph type="sldNum" sz="quarter" idx="12"/>
          </p:nvPr>
        </p:nvSpPr>
        <p:spPr/>
        <p:txBody>
          <a:bodyPr/>
          <a:lstStyle/>
          <a:p>
            <a:fld id="{333AD1CF-B5AB-4551-A2BB-1D29A214764D}" type="slidenum">
              <a:rPr lang="es-CL" smtClean="0"/>
              <a:t>‹Nº›</a:t>
            </a:fld>
            <a:endParaRPr lang="es-CL"/>
          </a:p>
        </p:txBody>
      </p:sp>
    </p:spTree>
    <p:extLst>
      <p:ext uri="{BB962C8B-B14F-4D97-AF65-F5344CB8AC3E}">
        <p14:creationId xmlns:p14="http://schemas.microsoft.com/office/powerpoint/2010/main" val="9770460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694D864-4966-49DA-B249-8501969ABF54}"/>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EC3EA68D-43FF-4618-AB62-E544AE9DD50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F9B8C3B9-76FF-4222-99FB-9217B8D65DBD}"/>
              </a:ext>
            </a:extLst>
          </p:cNvPr>
          <p:cNvSpPr>
            <a:spLocks noGrp="1"/>
          </p:cNvSpPr>
          <p:nvPr>
            <p:ph type="dt" sz="half" idx="10"/>
          </p:nvPr>
        </p:nvSpPr>
        <p:spPr/>
        <p:txBody>
          <a:bodyPr/>
          <a:lstStyle/>
          <a:p>
            <a:fld id="{8879C6B0-6393-4131-9540-C068361BDDD0}" type="datetimeFigureOut">
              <a:rPr lang="es-CL" smtClean="0"/>
              <a:t>17-03-2026</a:t>
            </a:fld>
            <a:endParaRPr lang="es-CL"/>
          </a:p>
        </p:txBody>
      </p:sp>
      <p:sp>
        <p:nvSpPr>
          <p:cNvPr id="5" name="Marcador de pie de página 4">
            <a:extLst>
              <a:ext uri="{FF2B5EF4-FFF2-40B4-BE49-F238E27FC236}">
                <a16:creationId xmlns:a16="http://schemas.microsoft.com/office/drawing/2014/main" id="{2FBA531C-D6D2-49A3-91F5-6D96EA9ACAB3}"/>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12AA51F6-8B98-4630-BB14-C36D0F5553FF}"/>
              </a:ext>
            </a:extLst>
          </p:cNvPr>
          <p:cNvSpPr>
            <a:spLocks noGrp="1"/>
          </p:cNvSpPr>
          <p:nvPr>
            <p:ph type="sldNum" sz="quarter" idx="12"/>
          </p:nvPr>
        </p:nvSpPr>
        <p:spPr/>
        <p:txBody>
          <a:bodyPr/>
          <a:lstStyle/>
          <a:p>
            <a:fld id="{333AD1CF-B5AB-4551-A2BB-1D29A214764D}" type="slidenum">
              <a:rPr lang="es-CL" smtClean="0"/>
              <a:t>‹Nº›</a:t>
            </a:fld>
            <a:endParaRPr lang="es-CL"/>
          </a:p>
        </p:txBody>
      </p:sp>
    </p:spTree>
    <p:extLst>
      <p:ext uri="{BB962C8B-B14F-4D97-AF65-F5344CB8AC3E}">
        <p14:creationId xmlns:p14="http://schemas.microsoft.com/office/powerpoint/2010/main" val="21912015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5AA0161-C576-4CEA-B1E9-8FA2852358EF}"/>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C19F4BF3-C1AF-4910-9597-5A55AC439069}"/>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contenido 3">
            <a:extLst>
              <a:ext uri="{FF2B5EF4-FFF2-40B4-BE49-F238E27FC236}">
                <a16:creationId xmlns:a16="http://schemas.microsoft.com/office/drawing/2014/main" id="{D748A99F-4AD1-4C69-9A10-919EB711C7C0}"/>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5" name="Marcador de fecha 4">
            <a:extLst>
              <a:ext uri="{FF2B5EF4-FFF2-40B4-BE49-F238E27FC236}">
                <a16:creationId xmlns:a16="http://schemas.microsoft.com/office/drawing/2014/main" id="{9E9EB02A-C1AC-418C-A930-C585FF05E954}"/>
              </a:ext>
            </a:extLst>
          </p:cNvPr>
          <p:cNvSpPr>
            <a:spLocks noGrp="1"/>
          </p:cNvSpPr>
          <p:nvPr>
            <p:ph type="dt" sz="half" idx="10"/>
          </p:nvPr>
        </p:nvSpPr>
        <p:spPr/>
        <p:txBody>
          <a:bodyPr/>
          <a:lstStyle/>
          <a:p>
            <a:fld id="{8879C6B0-6393-4131-9540-C068361BDDD0}" type="datetimeFigureOut">
              <a:rPr lang="es-CL" smtClean="0"/>
              <a:t>17-03-2026</a:t>
            </a:fld>
            <a:endParaRPr lang="es-CL"/>
          </a:p>
        </p:txBody>
      </p:sp>
      <p:sp>
        <p:nvSpPr>
          <p:cNvPr id="6" name="Marcador de pie de página 5">
            <a:extLst>
              <a:ext uri="{FF2B5EF4-FFF2-40B4-BE49-F238E27FC236}">
                <a16:creationId xmlns:a16="http://schemas.microsoft.com/office/drawing/2014/main" id="{9E74E7B3-D0B5-433B-857E-25A13C04E515}"/>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B54B8614-7433-45BC-8EC8-56E68443BD1B}"/>
              </a:ext>
            </a:extLst>
          </p:cNvPr>
          <p:cNvSpPr>
            <a:spLocks noGrp="1"/>
          </p:cNvSpPr>
          <p:nvPr>
            <p:ph type="sldNum" sz="quarter" idx="12"/>
          </p:nvPr>
        </p:nvSpPr>
        <p:spPr/>
        <p:txBody>
          <a:bodyPr/>
          <a:lstStyle/>
          <a:p>
            <a:fld id="{333AD1CF-B5AB-4551-A2BB-1D29A214764D}" type="slidenum">
              <a:rPr lang="es-CL" smtClean="0"/>
              <a:t>‹Nº›</a:t>
            </a:fld>
            <a:endParaRPr lang="es-CL"/>
          </a:p>
        </p:txBody>
      </p:sp>
    </p:spTree>
    <p:extLst>
      <p:ext uri="{BB962C8B-B14F-4D97-AF65-F5344CB8AC3E}">
        <p14:creationId xmlns:p14="http://schemas.microsoft.com/office/powerpoint/2010/main" val="25207754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77A9C18-7D1B-4166-9AEE-545CA1761A85}"/>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57F95075-0256-468A-AD8F-A1F61BD082A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8BB9E5E0-11B2-4B05-8789-85B0EE1FEE4E}"/>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5" name="Marcador de texto 4">
            <a:extLst>
              <a:ext uri="{FF2B5EF4-FFF2-40B4-BE49-F238E27FC236}">
                <a16:creationId xmlns:a16="http://schemas.microsoft.com/office/drawing/2014/main" id="{6E901DD3-B34A-4DD8-97CA-E2987EF30F4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947AAD9E-A074-42CF-9F72-8E1E7DFC5D67}"/>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7" name="Marcador de fecha 6">
            <a:extLst>
              <a:ext uri="{FF2B5EF4-FFF2-40B4-BE49-F238E27FC236}">
                <a16:creationId xmlns:a16="http://schemas.microsoft.com/office/drawing/2014/main" id="{BFD3C18F-D681-4F6D-BE42-609E883924F7}"/>
              </a:ext>
            </a:extLst>
          </p:cNvPr>
          <p:cNvSpPr>
            <a:spLocks noGrp="1"/>
          </p:cNvSpPr>
          <p:nvPr>
            <p:ph type="dt" sz="half" idx="10"/>
          </p:nvPr>
        </p:nvSpPr>
        <p:spPr/>
        <p:txBody>
          <a:bodyPr/>
          <a:lstStyle/>
          <a:p>
            <a:fld id="{8879C6B0-6393-4131-9540-C068361BDDD0}" type="datetimeFigureOut">
              <a:rPr lang="es-CL" smtClean="0"/>
              <a:t>17-03-2026</a:t>
            </a:fld>
            <a:endParaRPr lang="es-CL"/>
          </a:p>
        </p:txBody>
      </p:sp>
      <p:sp>
        <p:nvSpPr>
          <p:cNvPr id="8" name="Marcador de pie de página 7">
            <a:extLst>
              <a:ext uri="{FF2B5EF4-FFF2-40B4-BE49-F238E27FC236}">
                <a16:creationId xmlns:a16="http://schemas.microsoft.com/office/drawing/2014/main" id="{F3EC7256-E19E-4965-8F6B-EFBABFABABB1}"/>
              </a:ext>
            </a:extLst>
          </p:cNvPr>
          <p:cNvSpPr>
            <a:spLocks noGrp="1"/>
          </p:cNvSpPr>
          <p:nvPr>
            <p:ph type="ftr" sz="quarter" idx="11"/>
          </p:nvPr>
        </p:nvSpPr>
        <p:spPr/>
        <p:txBody>
          <a:bodyPr/>
          <a:lstStyle/>
          <a:p>
            <a:endParaRPr lang="es-CL"/>
          </a:p>
        </p:txBody>
      </p:sp>
      <p:sp>
        <p:nvSpPr>
          <p:cNvPr id="9" name="Marcador de número de diapositiva 8">
            <a:extLst>
              <a:ext uri="{FF2B5EF4-FFF2-40B4-BE49-F238E27FC236}">
                <a16:creationId xmlns:a16="http://schemas.microsoft.com/office/drawing/2014/main" id="{674FF0C1-9153-4A2B-8E4F-F4152A4F91EE}"/>
              </a:ext>
            </a:extLst>
          </p:cNvPr>
          <p:cNvSpPr>
            <a:spLocks noGrp="1"/>
          </p:cNvSpPr>
          <p:nvPr>
            <p:ph type="sldNum" sz="quarter" idx="12"/>
          </p:nvPr>
        </p:nvSpPr>
        <p:spPr/>
        <p:txBody>
          <a:bodyPr/>
          <a:lstStyle/>
          <a:p>
            <a:fld id="{333AD1CF-B5AB-4551-A2BB-1D29A214764D}" type="slidenum">
              <a:rPr lang="es-CL" smtClean="0"/>
              <a:t>‹Nº›</a:t>
            </a:fld>
            <a:endParaRPr lang="es-CL"/>
          </a:p>
        </p:txBody>
      </p:sp>
    </p:spTree>
    <p:extLst>
      <p:ext uri="{BB962C8B-B14F-4D97-AF65-F5344CB8AC3E}">
        <p14:creationId xmlns:p14="http://schemas.microsoft.com/office/powerpoint/2010/main" val="7461470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039F0E-B6B3-413D-B8D5-3EBC57D14265}"/>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fecha 2">
            <a:extLst>
              <a:ext uri="{FF2B5EF4-FFF2-40B4-BE49-F238E27FC236}">
                <a16:creationId xmlns:a16="http://schemas.microsoft.com/office/drawing/2014/main" id="{42873099-B246-4157-B167-31A34CBF0258}"/>
              </a:ext>
            </a:extLst>
          </p:cNvPr>
          <p:cNvSpPr>
            <a:spLocks noGrp="1"/>
          </p:cNvSpPr>
          <p:nvPr>
            <p:ph type="dt" sz="half" idx="10"/>
          </p:nvPr>
        </p:nvSpPr>
        <p:spPr/>
        <p:txBody>
          <a:bodyPr/>
          <a:lstStyle/>
          <a:p>
            <a:fld id="{8879C6B0-6393-4131-9540-C068361BDDD0}" type="datetimeFigureOut">
              <a:rPr lang="es-CL" smtClean="0"/>
              <a:t>17-03-2026</a:t>
            </a:fld>
            <a:endParaRPr lang="es-CL"/>
          </a:p>
        </p:txBody>
      </p:sp>
      <p:sp>
        <p:nvSpPr>
          <p:cNvPr id="4" name="Marcador de pie de página 3">
            <a:extLst>
              <a:ext uri="{FF2B5EF4-FFF2-40B4-BE49-F238E27FC236}">
                <a16:creationId xmlns:a16="http://schemas.microsoft.com/office/drawing/2014/main" id="{269BD8DC-CF8D-421C-B582-E2834B32990C}"/>
              </a:ext>
            </a:extLst>
          </p:cNvPr>
          <p:cNvSpPr>
            <a:spLocks noGrp="1"/>
          </p:cNvSpPr>
          <p:nvPr>
            <p:ph type="ftr" sz="quarter" idx="11"/>
          </p:nvPr>
        </p:nvSpPr>
        <p:spPr/>
        <p:txBody>
          <a:bodyPr/>
          <a:lstStyle/>
          <a:p>
            <a:endParaRPr lang="es-CL"/>
          </a:p>
        </p:txBody>
      </p:sp>
      <p:sp>
        <p:nvSpPr>
          <p:cNvPr id="5" name="Marcador de número de diapositiva 4">
            <a:extLst>
              <a:ext uri="{FF2B5EF4-FFF2-40B4-BE49-F238E27FC236}">
                <a16:creationId xmlns:a16="http://schemas.microsoft.com/office/drawing/2014/main" id="{5E83B244-BE08-415F-A652-086EC5A82E76}"/>
              </a:ext>
            </a:extLst>
          </p:cNvPr>
          <p:cNvSpPr>
            <a:spLocks noGrp="1"/>
          </p:cNvSpPr>
          <p:nvPr>
            <p:ph type="sldNum" sz="quarter" idx="12"/>
          </p:nvPr>
        </p:nvSpPr>
        <p:spPr/>
        <p:txBody>
          <a:bodyPr/>
          <a:lstStyle/>
          <a:p>
            <a:fld id="{333AD1CF-B5AB-4551-A2BB-1D29A214764D}" type="slidenum">
              <a:rPr lang="es-CL" smtClean="0"/>
              <a:t>‹Nº›</a:t>
            </a:fld>
            <a:endParaRPr lang="es-CL"/>
          </a:p>
        </p:txBody>
      </p:sp>
    </p:spTree>
    <p:extLst>
      <p:ext uri="{BB962C8B-B14F-4D97-AF65-F5344CB8AC3E}">
        <p14:creationId xmlns:p14="http://schemas.microsoft.com/office/powerpoint/2010/main" val="750304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1E583E29-A1E4-4FC8-B85D-6BE7C231A952}"/>
              </a:ext>
            </a:extLst>
          </p:cNvPr>
          <p:cNvSpPr>
            <a:spLocks noGrp="1"/>
          </p:cNvSpPr>
          <p:nvPr>
            <p:ph type="dt" sz="half" idx="10"/>
          </p:nvPr>
        </p:nvSpPr>
        <p:spPr/>
        <p:txBody>
          <a:bodyPr/>
          <a:lstStyle/>
          <a:p>
            <a:fld id="{8879C6B0-6393-4131-9540-C068361BDDD0}" type="datetimeFigureOut">
              <a:rPr lang="es-CL" smtClean="0"/>
              <a:t>17-03-2026</a:t>
            </a:fld>
            <a:endParaRPr lang="es-CL"/>
          </a:p>
        </p:txBody>
      </p:sp>
      <p:sp>
        <p:nvSpPr>
          <p:cNvPr id="3" name="Marcador de pie de página 2">
            <a:extLst>
              <a:ext uri="{FF2B5EF4-FFF2-40B4-BE49-F238E27FC236}">
                <a16:creationId xmlns:a16="http://schemas.microsoft.com/office/drawing/2014/main" id="{046CF79B-BA17-4D6D-BA75-5945303F7402}"/>
              </a:ext>
            </a:extLst>
          </p:cNvPr>
          <p:cNvSpPr>
            <a:spLocks noGrp="1"/>
          </p:cNvSpPr>
          <p:nvPr>
            <p:ph type="ftr" sz="quarter" idx="11"/>
          </p:nvPr>
        </p:nvSpPr>
        <p:spPr/>
        <p:txBody>
          <a:bodyPr/>
          <a:lstStyle/>
          <a:p>
            <a:endParaRPr lang="es-CL"/>
          </a:p>
        </p:txBody>
      </p:sp>
      <p:sp>
        <p:nvSpPr>
          <p:cNvPr id="4" name="Marcador de número de diapositiva 3">
            <a:extLst>
              <a:ext uri="{FF2B5EF4-FFF2-40B4-BE49-F238E27FC236}">
                <a16:creationId xmlns:a16="http://schemas.microsoft.com/office/drawing/2014/main" id="{7890813B-FF99-42BE-A591-72FF1181350A}"/>
              </a:ext>
            </a:extLst>
          </p:cNvPr>
          <p:cNvSpPr>
            <a:spLocks noGrp="1"/>
          </p:cNvSpPr>
          <p:nvPr>
            <p:ph type="sldNum" sz="quarter" idx="12"/>
          </p:nvPr>
        </p:nvSpPr>
        <p:spPr/>
        <p:txBody>
          <a:bodyPr/>
          <a:lstStyle/>
          <a:p>
            <a:fld id="{333AD1CF-B5AB-4551-A2BB-1D29A214764D}" type="slidenum">
              <a:rPr lang="es-CL" smtClean="0"/>
              <a:t>‹Nº›</a:t>
            </a:fld>
            <a:endParaRPr lang="es-CL"/>
          </a:p>
        </p:txBody>
      </p:sp>
    </p:spTree>
    <p:extLst>
      <p:ext uri="{BB962C8B-B14F-4D97-AF65-F5344CB8AC3E}">
        <p14:creationId xmlns:p14="http://schemas.microsoft.com/office/powerpoint/2010/main" val="34925780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DEF088D-2BE3-4F1B-987C-8B905E083C0E}"/>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2B5BA28C-FB6A-486F-B219-12DC33399EE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texto 3">
            <a:extLst>
              <a:ext uri="{FF2B5EF4-FFF2-40B4-BE49-F238E27FC236}">
                <a16:creationId xmlns:a16="http://schemas.microsoft.com/office/drawing/2014/main" id="{693A24BF-DD2F-442E-BB2E-79EB056568C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7B195DAA-3224-49BF-B596-C1113FBBE3B4}"/>
              </a:ext>
            </a:extLst>
          </p:cNvPr>
          <p:cNvSpPr>
            <a:spLocks noGrp="1"/>
          </p:cNvSpPr>
          <p:nvPr>
            <p:ph type="dt" sz="half" idx="10"/>
          </p:nvPr>
        </p:nvSpPr>
        <p:spPr/>
        <p:txBody>
          <a:bodyPr/>
          <a:lstStyle/>
          <a:p>
            <a:fld id="{8879C6B0-6393-4131-9540-C068361BDDD0}" type="datetimeFigureOut">
              <a:rPr lang="es-CL" smtClean="0"/>
              <a:t>17-03-2026</a:t>
            </a:fld>
            <a:endParaRPr lang="es-CL"/>
          </a:p>
        </p:txBody>
      </p:sp>
      <p:sp>
        <p:nvSpPr>
          <p:cNvPr id="6" name="Marcador de pie de página 5">
            <a:extLst>
              <a:ext uri="{FF2B5EF4-FFF2-40B4-BE49-F238E27FC236}">
                <a16:creationId xmlns:a16="http://schemas.microsoft.com/office/drawing/2014/main" id="{A5C48EA5-0BD0-4552-BA61-0390B0F05A85}"/>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3B22A88C-7103-4730-8BB6-AF641F0D0951}"/>
              </a:ext>
            </a:extLst>
          </p:cNvPr>
          <p:cNvSpPr>
            <a:spLocks noGrp="1"/>
          </p:cNvSpPr>
          <p:nvPr>
            <p:ph type="sldNum" sz="quarter" idx="12"/>
          </p:nvPr>
        </p:nvSpPr>
        <p:spPr/>
        <p:txBody>
          <a:bodyPr/>
          <a:lstStyle/>
          <a:p>
            <a:fld id="{333AD1CF-B5AB-4551-A2BB-1D29A214764D}" type="slidenum">
              <a:rPr lang="es-CL" smtClean="0"/>
              <a:t>‹Nº›</a:t>
            </a:fld>
            <a:endParaRPr lang="es-CL"/>
          </a:p>
        </p:txBody>
      </p:sp>
    </p:spTree>
    <p:extLst>
      <p:ext uri="{BB962C8B-B14F-4D97-AF65-F5344CB8AC3E}">
        <p14:creationId xmlns:p14="http://schemas.microsoft.com/office/powerpoint/2010/main" val="19942583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FE449A-69B1-4F86-96DA-B146C800A566}"/>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L"/>
          </a:p>
        </p:txBody>
      </p:sp>
      <p:sp>
        <p:nvSpPr>
          <p:cNvPr id="3" name="Marcador de posición de imagen 2">
            <a:extLst>
              <a:ext uri="{FF2B5EF4-FFF2-40B4-BE49-F238E27FC236}">
                <a16:creationId xmlns:a16="http://schemas.microsoft.com/office/drawing/2014/main" id="{3C1A6C1D-C402-4DEF-8993-5ADD947C479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L"/>
          </a:p>
        </p:txBody>
      </p:sp>
      <p:sp>
        <p:nvSpPr>
          <p:cNvPr id="4" name="Marcador de texto 3">
            <a:extLst>
              <a:ext uri="{FF2B5EF4-FFF2-40B4-BE49-F238E27FC236}">
                <a16:creationId xmlns:a16="http://schemas.microsoft.com/office/drawing/2014/main" id="{F53F710F-DB16-4B8C-AD3D-F16A5E7BE1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69293B3C-6CA9-4BD6-91F2-9DBFEA7394CC}"/>
              </a:ext>
            </a:extLst>
          </p:cNvPr>
          <p:cNvSpPr>
            <a:spLocks noGrp="1"/>
          </p:cNvSpPr>
          <p:nvPr>
            <p:ph type="dt" sz="half" idx="10"/>
          </p:nvPr>
        </p:nvSpPr>
        <p:spPr/>
        <p:txBody>
          <a:bodyPr/>
          <a:lstStyle/>
          <a:p>
            <a:fld id="{8879C6B0-6393-4131-9540-C068361BDDD0}" type="datetimeFigureOut">
              <a:rPr lang="es-CL" smtClean="0"/>
              <a:t>17-03-2026</a:t>
            </a:fld>
            <a:endParaRPr lang="es-CL"/>
          </a:p>
        </p:txBody>
      </p:sp>
      <p:sp>
        <p:nvSpPr>
          <p:cNvPr id="6" name="Marcador de pie de página 5">
            <a:extLst>
              <a:ext uri="{FF2B5EF4-FFF2-40B4-BE49-F238E27FC236}">
                <a16:creationId xmlns:a16="http://schemas.microsoft.com/office/drawing/2014/main" id="{5C81912F-C394-4F33-9CE7-44AD534CC712}"/>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68308917-DFFC-4144-833E-8D05F22B8A86}"/>
              </a:ext>
            </a:extLst>
          </p:cNvPr>
          <p:cNvSpPr>
            <a:spLocks noGrp="1"/>
          </p:cNvSpPr>
          <p:nvPr>
            <p:ph type="sldNum" sz="quarter" idx="12"/>
          </p:nvPr>
        </p:nvSpPr>
        <p:spPr/>
        <p:txBody>
          <a:bodyPr/>
          <a:lstStyle/>
          <a:p>
            <a:fld id="{333AD1CF-B5AB-4551-A2BB-1D29A214764D}" type="slidenum">
              <a:rPr lang="es-CL" smtClean="0"/>
              <a:t>‹Nº›</a:t>
            </a:fld>
            <a:endParaRPr lang="es-CL"/>
          </a:p>
        </p:txBody>
      </p:sp>
    </p:spTree>
    <p:extLst>
      <p:ext uri="{BB962C8B-B14F-4D97-AF65-F5344CB8AC3E}">
        <p14:creationId xmlns:p14="http://schemas.microsoft.com/office/powerpoint/2010/main" val="23883620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FA03DF0-44BB-459D-A838-EF8CDA8790D3}"/>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texto vertical 2">
            <a:extLst>
              <a:ext uri="{FF2B5EF4-FFF2-40B4-BE49-F238E27FC236}">
                <a16:creationId xmlns:a16="http://schemas.microsoft.com/office/drawing/2014/main" id="{CB7B1C5A-66F0-408C-BC62-0DA1AFF38AC7}"/>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F55D2308-48DE-4E9C-9E15-BEFCC70A9E79}"/>
              </a:ext>
            </a:extLst>
          </p:cNvPr>
          <p:cNvSpPr>
            <a:spLocks noGrp="1"/>
          </p:cNvSpPr>
          <p:nvPr>
            <p:ph type="dt" sz="half" idx="10"/>
          </p:nvPr>
        </p:nvSpPr>
        <p:spPr/>
        <p:txBody>
          <a:bodyPr/>
          <a:lstStyle/>
          <a:p>
            <a:fld id="{8879C6B0-6393-4131-9540-C068361BDDD0}" type="datetimeFigureOut">
              <a:rPr lang="es-CL" smtClean="0"/>
              <a:t>17-03-2026</a:t>
            </a:fld>
            <a:endParaRPr lang="es-CL"/>
          </a:p>
        </p:txBody>
      </p:sp>
      <p:sp>
        <p:nvSpPr>
          <p:cNvPr id="5" name="Marcador de pie de página 4">
            <a:extLst>
              <a:ext uri="{FF2B5EF4-FFF2-40B4-BE49-F238E27FC236}">
                <a16:creationId xmlns:a16="http://schemas.microsoft.com/office/drawing/2014/main" id="{5930F8CE-545A-4BD0-895C-230FB50BFF6C}"/>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F4A02F44-FB0E-4A1A-80B4-D8CEC3A238EE}"/>
              </a:ext>
            </a:extLst>
          </p:cNvPr>
          <p:cNvSpPr>
            <a:spLocks noGrp="1"/>
          </p:cNvSpPr>
          <p:nvPr>
            <p:ph type="sldNum" sz="quarter" idx="12"/>
          </p:nvPr>
        </p:nvSpPr>
        <p:spPr/>
        <p:txBody>
          <a:bodyPr/>
          <a:lstStyle/>
          <a:p>
            <a:fld id="{333AD1CF-B5AB-4551-A2BB-1D29A214764D}" type="slidenum">
              <a:rPr lang="es-CL" smtClean="0"/>
              <a:t>‹Nº›</a:t>
            </a:fld>
            <a:endParaRPr lang="es-CL"/>
          </a:p>
        </p:txBody>
      </p:sp>
    </p:spTree>
    <p:extLst>
      <p:ext uri="{BB962C8B-B14F-4D97-AF65-F5344CB8AC3E}">
        <p14:creationId xmlns:p14="http://schemas.microsoft.com/office/powerpoint/2010/main" val="40674123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0780EC09-2B9E-40D2-93FB-147D12F01C41}"/>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L"/>
          </a:p>
        </p:txBody>
      </p:sp>
      <p:sp>
        <p:nvSpPr>
          <p:cNvPr id="3" name="Marcador de texto vertical 2">
            <a:extLst>
              <a:ext uri="{FF2B5EF4-FFF2-40B4-BE49-F238E27FC236}">
                <a16:creationId xmlns:a16="http://schemas.microsoft.com/office/drawing/2014/main" id="{BF58EEA2-F90F-4403-88FA-A9DF1626D5F3}"/>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F11CCB10-1A32-4DA2-B6B5-FCD7DDDC91F0}"/>
              </a:ext>
            </a:extLst>
          </p:cNvPr>
          <p:cNvSpPr>
            <a:spLocks noGrp="1"/>
          </p:cNvSpPr>
          <p:nvPr>
            <p:ph type="dt" sz="half" idx="10"/>
          </p:nvPr>
        </p:nvSpPr>
        <p:spPr/>
        <p:txBody>
          <a:bodyPr/>
          <a:lstStyle/>
          <a:p>
            <a:fld id="{8879C6B0-6393-4131-9540-C068361BDDD0}" type="datetimeFigureOut">
              <a:rPr lang="es-CL" smtClean="0"/>
              <a:t>17-03-2026</a:t>
            </a:fld>
            <a:endParaRPr lang="es-CL"/>
          </a:p>
        </p:txBody>
      </p:sp>
      <p:sp>
        <p:nvSpPr>
          <p:cNvPr id="5" name="Marcador de pie de página 4">
            <a:extLst>
              <a:ext uri="{FF2B5EF4-FFF2-40B4-BE49-F238E27FC236}">
                <a16:creationId xmlns:a16="http://schemas.microsoft.com/office/drawing/2014/main" id="{E864AA77-03F2-4456-AA16-C71D986CF105}"/>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910BDE9E-A2E7-4823-88CC-A641B66DB4B7}"/>
              </a:ext>
            </a:extLst>
          </p:cNvPr>
          <p:cNvSpPr>
            <a:spLocks noGrp="1"/>
          </p:cNvSpPr>
          <p:nvPr>
            <p:ph type="sldNum" sz="quarter" idx="12"/>
          </p:nvPr>
        </p:nvSpPr>
        <p:spPr/>
        <p:txBody>
          <a:bodyPr/>
          <a:lstStyle/>
          <a:p>
            <a:fld id="{333AD1CF-B5AB-4551-A2BB-1D29A214764D}" type="slidenum">
              <a:rPr lang="es-CL" smtClean="0"/>
              <a:t>‹Nº›</a:t>
            </a:fld>
            <a:endParaRPr lang="es-CL"/>
          </a:p>
        </p:txBody>
      </p:sp>
    </p:spTree>
    <p:extLst>
      <p:ext uri="{BB962C8B-B14F-4D97-AF65-F5344CB8AC3E}">
        <p14:creationId xmlns:p14="http://schemas.microsoft.com/office/powerpoint/2010/main" val="40625662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ítulo y objetos">
    <p:spTree>
      <p:nvGrpSpPr>
        <p:cNvPr id="1" name=""/>
        <p:cNvGrpSpPr/>
        <p:nvPr/>
      </p:nvGrpSpPr>
      <p:grpSpPr>
        <a:xfrm>
          <a:off x="0" y="0"/>
          <a:ext cx="0" cy="0"/>
          <a:chOff x="0" y="0"/>
          <a:chExt cx="0" cy="0"/>
        </a:xfrm>
      </p:grpSpPr>
      <p:sp>
        <p:nvSpPr>
          <p:cNvPr id="2" name="Título 1"/>
          <p:cNvSpPr>
            <a:spLocks noGrp="1"/>
          </p:cNvSpPr>
          <p:nvPr>
            <p:ph type="title"/>
          </p:nvPr>
        </p:nvSpPr>
        <p:spPr>
          <a:xfrm>
            <a:off x="609600" y="274638"/>
            <a:ext cx="7118581" cy="1143000"/>
          </a:xfrm>
        </p:spPr>
        <p:txBody>
          <a:bodyPr/>
          <a:lstStyle/>
          <a:p>
            <a:r>
              <a:rPr lang="es-ES_tradnl"/>
              <a:t>Clic para editar título</a:t>
            </a:r>
            <a:endParaRPr lang="es-ES"/>
          </a:p>
        </p:txBody>
      </p:sp>
      <p:sp>
        <p:nvSpPr>
          <p:cNvPr id="4" name="Marcador de fecha 3"/>
          <p:cNvSpPr>
            <a:spLocks noGrp="1"/>
          </p:cNvSpPr>
          <p:nvPr>
            <p:ph type="dt" sz="half" idx="10"/>
          </p:nvPr>
        </p:nvSpPr>
        <p:spPr/>
        <p:txBody>
          <a:bodyPr/>
          <a:lstStyle/>
          <a:p>
            <a:pPr defTabSz="457200">
              <a:defRPr/>
            </a:pPr>
            <a:fld id="{AC604C90-5466-0B48-96CB-E2890ED738F2}" type="datetimeFigureOut">
              <a:rPr lang="es-ES" smtClean="0">
                <a:solidFill>
                  <a:prstClr val="black">
                    <a:tint val="75000"/>
                  </a:prstClr>
                </a:solidFill>
              </a:rPr>
              <a:pPr defTabSz="457200">
                <a:defRPr/>
              </a:pPr>
              <a:t>17/03/2026</a:t>
            </a:fld>
            <a:endParaRPr lang="es-ES">
              <a:solidFill>
                <a:prstClr val="black">
                  <a:tint val="75000"/>
                </a:prstClr>
              </a:solidFill>
            </a:endParaRPr>
          </a:p>
        </p:txBody>
      </p:sp>
      <p:sp>
        <p:nvSpPr>
          <p:cNvPr id="5" name="Marcador de pie de página 4"/>
          <p:cNvSpPr>
            <a:spLocks noGrp="1"/>
          </p:cNvSpPr>
          <p:nvPr>
            <p:ph type="ftr" sz="quarter" idx="11"/>
          </p:nvPr>
        </p:nvSpPr>
        <p:spPr/>
        <p:txBody>
          <a:bodyPr/>
          <a:lstStyle/>
          <a:p>
            <a:pPr defTabSz="457200">
              <a:defRPr/>
            </a:pPr>
            <a:endParaRPr lang="es-ES">
              <a:solidFill>
                <a:prstClr val="black">
                  <a:tint val="75000"/>
                </a:prstClr>
              </a:solidFill>
            </a:endParaRPr>
          </a:p>
        </p:txBody>
      </p:sp>
      <p:sp>
        <p:nvSpPr>
          <p:cNvPr id="6" name="Marcador de número de diapositiva 5"/>
          <p:cNvSpPr>
            <a:spLocks noGrp="1"/>
          </p:cNvSpPr>
          <p:nvPr>
            <p:ph type="sldNum" sz="quarter" idx="12"/>
          </p:nvPr>
        </p:nvSpPr>
        <p:spPr/>
        <p:txBody>
          <a:bodyPr/>
          <a:lstStyle/>
          <a:p>
            <a:pPr defTabSz="457200">
              <a:defRPr/>
            </a:pPr>
            <a:fld id="{9DC25825-B1DE-1B44-BAFE-9EA3DBC1CEEA}" type="slidenum">
              <a:rPr lang="es-ES" smtClean="0">
                <a:solidFill>
                  <a:prstClr val="black">
                    <a:tint val="75000"/>
                  </a:prstClr>
                </a:solidFill>
              </a:rPr>
              <a:pPr defTabSz="457200">
                <a:defRPr/>
              </a:pPr>
              <a:t>‹Nº›</a:t>
            </a:fld>
            <a:endParaRPr lang="es-ES">
              <a:solidFill>
                <a:prstClr val="black">
                  <a:tint val="75000"/>
                </a:prstClr>
              </a:solidFill>
            </a:endParaRPr>
          </a:p>
        </p:txBody>
      </p:sp>
      <p:sp>
        <p:nvSpPr>
          <p:cNvPr id="7" name="Marcador de contenido 2"/>
          <p:cNvSpPr>
            <a:spLocks noGrp="1"/>
          </p:cNvSpPr>
          <p:nvPr>
            <p:ph idx="13"/>
          </p:nvPr>
        </p:nvSpPr>
        <p:spPr>
          <a:xfrm>
            <a:off x="609600" y="1600201"/>
            <a:ext cx="10972800" cy="4525963"/>
          </a:xfrm>
        </p:spPr>
        <p:txBody>
          <a:bodyPr>
            <a:normAutofit/>
          </a:bodyPr>
          <a:lstStyle>
            <a:lvl1pPr>
              <a:buClr>
                <a:srgbClr val="C00000"/>
              </a:buClr>
              <a:defRPr sz="2800"/>
            </a:lvl1pPr>
            <a:lvl2pPr>
              <a:buClr>
                <a:srgbClr val="C00000"/>
              </a:buClr>
              <a:defRPr sz="2400"/>
            </a:lvl2pPr>
            <a:lvl3pPr>
              <a:buClr>
                <a:srgbClr val="C00000"/>
              </a:buClr>
              <a:defRPr sz="2000"/>
            </a:lvl3pPr>
            <a:lvl4pPr>
              <a:buClr>
                <a:srgbClr val="C00000"/>
              </a:buClr>
              <a:defRPr sz="1800"/>
            </a:lvl4pPr>
            <a:lvl5pPr>
              <a:buClr>
                <a:srgbClr val="C00000"/>
              </a:buClr>
              <a:defRPr sz="1800"/>
            </a:lvl5pPr>
            <a:lvl6pPr>
              <a:defRPr sz="2000"/>
            </a:lvl6pPr>
            <a:lvl7pPr>
              <a:defRPr sz="2000"/>
            </a:lvl7pPr>
            <a:lvl8pPr>
              <a:defRPr sz="2000"/>
            </a:lvl8pPr>
            <a:lvl9pPr>
              <a:defRPr sz="2000"/>
            </a:lvl9pPr>
          </a:lstStyle>
          <a:p>
            <a:pPr lvl="0"/>
            <a:r>
              <a:rPr lang="es-ES_tradnl" dirty="0"/>
              <a:t>Haga clic para modificar el estilo de texto del patrón</a:t>
            </a:r>
          </a:p>
          <a:p>
            <a:pPr lvl="1"/>
            <a:r>
              <a:rPr lang="es-ES_tradnl" dirty="0"/>
              <a:t>Segundo nivel</a:t>
            </a:r>
          </a:p>
          <a:p>
            <a:pPr lvl="2"/>
            <a:r>
              <a:rPr lang="es-ES_tradnl" dirty="0"/>
              <a:t>Tercer nivel</a:t>
            </a:r>
          </a:p>
          <a:p>
            <a:pPr lvl="3"/>
            <a:r>
              <a:rPr lang="es-ES_tradnl" dirty="0"/>
              <a:t>Cuarto nivel</a:t>
            </a:r>
          </a:p>
          <a:p>
            <a:pPr lvl="4"/>
            <a:r>
              <a:rPr lang="es-ES_tradnl" dirty="0"/>
              <a:t>Quinto nivel</a:t>
            </a:r>
            <a:endParaRPr lang="es-ES" dirty="0"/>
          </a:p>
        </p:txBody>
      </p:sp>
    </p:spTree>
    <p:extLst>
      <p:ext uri="{BB962C8B-B14F-4D97-AF65-F5344CB8AC3E}">
        <p14:creationId xmlns:p14="http://schemas.microsoft.com/office/powerpoint/2010/main" val="14110658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05409B45-06C2-4FB9-B509-A3427AB2407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399B8760-EA6E-4D6E-B268-4352C5049F5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C558343C-E792-4C94-A41E-2EF624E8F8A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879C6B0-6393-4131-9540-C068361BDDD0}" type="datetimeFigureOut">
              <a:rPr lang="es-CL" smtClean="0"/>
              <a:t>17-03-2026</a:t>
            </a:fld>
            <a:endParaRPr lang="es-CL"/>
          </a:p>
        </p:txBody>
      </p:sp>
      <p:sp>
        <p:nvSpPr>
          <p:cNvPr id="5" name="Marcador de pie de página 4">
            <a:extLst>
              <a:ext uri="{FF2B5EF4-FFF2-40B4-BE49-F238E27FC236}">
                <a16:creationId xmlns:a16="http://schemas.microsoft.com/office/drawing/2014/main" id="{14EAAD5A-6B54-414C-9F0A-B594F6AC795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L"/>
          </a:p>
        </p:txBody>
      </p:sp>
      <p:sp>
        <p:nvSpPr>
          <p:cNvPr id="6" name="Marcador de número de diapositiva 5">
            <a:extLst>
              <a:ext uri="{FF2B5EF4-FFF2-40B4-BE49-F238E27FC236}">
                <a16:creationId xmlns:a16="http://schemas.microsoft.com/office/drawing/2014/main" id="{D1633233-6333-443C-BD19-C54F679A2C2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3AD1CF-B5AB-4551-A2BB-1D29A214764D}" type="slidenum">
              <a:rPr lang="es-CL" smtClean="0"/>
              <a:t>‹Nº›</a:t>
            </a:fld>
            <a:endParaRPr lang="es-CL"/>
          </a:p>
        </p:txBody>
      </p:sp>
    </p:spTree>
    <p:extLst>
      <p:ext uri="{BB962C8B-B14F-4D97-AF65-F5344CB8AC3E}">
        <p14:creationId xmlns:p14="http://schemas.microsoft.com/office/powerpoint/2010/main" val="31327432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2.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2.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12.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12.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12.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12.xml"/><Relationship Id="rId5" Type="http://schemas.openxmlformats.org/officeDocument/2006/relationships/image" Target="../media/image11.png"/><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12.xml"/><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12.xml"/><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12.xml"/><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12.xml"/><Relationship Id="rId4" Type="http://schemas.openxmlformats.org/officeDocument/2006/relationships/image" Target="../media/image10.png"/></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12.xml"/><Relationship Id="rId4" Type="http://schemas.openxmlformats.org/officeDocument/2006/relationships/image" Target="../media/image10.png"/></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2.xml"/><Relationship Id="rId1" Type="http://schemas.openxmlformats.org/officeDocument/2006/relationships/slideLayout" Target="../slideLayouts/slideLayout12.xml"/><Relationship Id="rId4" Type="http://schemas.openxmlformats.org/officeDocument/2006/relationships/image" Target="../media/image10.png"/></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3.xml"/><Relationship Id="rId1" Type="http://schemas.openxmlformats.org/officeDocument/2006/relationships/slideLayout" Target="../slideLayouts/slideLayout12.xml"/><Relationship Id="rId4" Type="http://schemas.openxmlformats.org/officeDocument/2006/relationships/image" Target="../media/image10.png"/></Relationships>
</file>

<file path=ppt/slides/_rels/slide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4.xml"/><Relationship Id="rId1" Type="http://schemas.openxmlformats.org/officeDocument/2006/relationships/slideLayout" Target="../slideLayouts/slideLayout12.xml"/><Relationship Id="rId4" Type="http://schemas.openxmlformats.org/officeDocument/2006/relationships/image" Target="../media/image10.png"/></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5.xml"/><Relationship Id="rId1" Type="http://schemas.openxmlformats.org/officeDocument/2006/relationships/slideLayout" Target="../slideLayouts/slideLayout12.xml"/><Relationship Id="rId4" Type="http://schemas.openxmlformats.org/officeDocument/2006/relationships/image" Target="../media/image10.png"/></Relationships>
</file>

<file path=ppt/slides/_rels/slide2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6.xml"/><Relationship Id="rId1" Type="http://schemas.openxmlformats.org/officeDocument/2006/relationships/slideLayout" Target="../slideLayouts/slideLayout12.xml"/><Relationship Id="rId4" Type="http://schemas.openxmlformats.org/officeDocument/2006/relationships/image" Target="../media/image10.png"/></Relationships>
</file>

<file path=ppt/slides/_rels/slide27.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27.xml"/><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3.pn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upo 1">
            <a:extLst>
              <a:ext uri="{FF2B5EF4-FFF2-40B4-BE49-F238E27FC236}">
                <a16:creationId xmlns:a16="http://schemas.microsoft.com/office/drawing/2014/main" id="{41E8D970-9CF6-25DC-7BFE-B2A2EE5EB84E}"/>
              </a:ext>
            </a:extLst>
          </p:cNvPr>
          <p:cNvGrpSpPr/>
          <p:nvPr/>
        </p:nvGrpSpPr>
        <p:grpSpPr>
          <a:xfrm>
            <a:off x="0" y="-16914"/>
            <a:ext cx="12192001" cy="6874914"/>
            <a:chOff x="0" y="-16914"/>
            <a:chExt cx="12192001" cy="6874914"/>
          </a:xfrm>
        </p:grpSpPr>
        <p:pic>
          <p:nvPicPr>
            <p:cNvPr id="13" name="Imagen 1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16183" y="2826327"/>
              <a:ext cx="10875818" cy="2227783"/>
            </a:xfrm>
            <a:prstGeom prst="rect">
              <a:avLst/>
            </a:prstGeom>
          </p:spPr>
        </p:pic>
        <p:sp>
          <p:nvSpPr>
            <p:cNvPr id="10" name="Rectangle 18">
              <a:extLst>
                <a:ext uri="{FF2B5EF4-FFF2-40B4-BE49-F238E27FC236}">
                  <a16:creationId xmlns:a16="http://schemas.microsoft.com/office/drawing/2014/main" id="{996DAE91-E53D-4FFB-8098-8AFE46881F1D}"/>
                </a:ext>
              </a:extLst>
            </p:cNvPr>
            <p:cNvSpPr/>
            <p:nvPr/>
          </p:nvSpPr>
          <p:spPr>
            <a:xfrm flipV="1">
              <a:off x="1" y="-16914"/>
              <a:ext cx="12192000" cy="3547514"/>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pic>
          <p:nvPicPr>
            <p:cNvPr id="12" name="Imagen 1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57901" y="5803165"/>
              <a:ext cx="2745501" cy="940998"/>
            </a:xfrm>
            <a:prstGeom prst="rect">
              <a:avLst/>
            </a:prstGeom>
          </p:spPr>
        </p:pic>
        <p:pic>
          <p:nvPicPr>
            <p:cNvPr id="5" name="Imagen 4"/>
            <p:cNvPicPr>
              <a:picLocks noChangeAspect="1"/>
            </p:cNvPicPr>
            <p:nvPr/>
          </p:nvPicPr>
          <p:blipFill>
            <a:blip r:embed="rId5">
              <a:alphaModFix amt="6000"/>
              <a:extLst>
                <a:ext uri="{28A0092B-C50C-407E-A947-70E740481C1C}">
                  <a14:useLocalDpi xmlns:a14="http://schemas.microsoft.com/office/drawing/2010/main" val="0"/>
                </a:ext>
              </a:extLst>
            </a:blip>
            <a:stretch>
              <a:fillRect/>
            </a:stretch>
          </p:blipFill>
          <p:spPr>
            <a:xfrm>
              <a:off x="1" y="373477"/>
              <a:ext cx="12192000" cy="3312629"/>
            </a:xfrm>
            <a:prstGeom prst="rect">
              <a:avLst/>
            </a:prstGeom>
          </p:spPr>
        </p:pic>
        <p:pic>
          <p:nvPicPr>
            <p:cNvPr id="9" name="Imagen 8"/>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0" y="3530600"/>
              <a:ext cx="3393948" cy="3327400"/>
            </a:xfrm>
            <a:prstGeom prst="rect">
              <a:avLst/>
            </a:prstGeom>
          </p:spPr>
        </p:pic>
        <p:pic>
          <p:nvPicPr>
            <p:cNvPr id="11" name="Imagen 10"/>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28255" y="1073299"/>
              <a:ext cx="2672079" cy="933791"/>
            </a:xfrm>
            <a:prstGeom prst="rect">
              <a:avLst/>
            </a:prstGeom>
          </p:spPr>
        </p:pic>
        <p:pic>
          <p:nvPicPr>
            <p:cNvPr id="8" name="Imagen 7"/>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096001" y="1050420"/>
              <a:ext cx="5303520" cy="281940"/>
            </a:xfrm>
            <a:prstGeom prst="rect">
              <a:avLst/>
            </a:prstGeom>
          </p:spPr>
        </p:pic>
        <p:pic>
          <p:nvPicPr>
            <p:cNvPr id="3" name="Imagen 2" descr="Imagen que contiene alimentos&#10;&#10;Descripción generada automáticamente">
              <a:extLst>
                <a:ext uri="{FF2B5EF4-FFF2-40B4-BE49-F238E27FC236}">
                  <a16:creationId xmlns:a16="http://schemas.microsoft.com/office/drawing/2014/main" id="{5B34141F-EC2F-144F-8268-7D4182D95AA4}"/>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8798054" y="5356904"/>
              <a:ext cx="2971800" cy="1079500"/>
            </a:xfrm>
            <a:prstGeom prst="rect">
              <a:avLst/>
            </a:prstGeom>
          </p:spPr>
        </p:pic>
        <p:sp>
          <p:nvSpPr>
            <p:cNvPr id="4" name="CuadroTexto 3">
              <a:extLst>
                <a:ext uri="{FF2B5EF4-FFF2-40B4-BE49-F238E27FC236}">
                  <a16:creationId xmlns:a16="http://schemas.microsoft.com/office/drawing/2014/main" id="{202FC531-FC77-0243-AE81-8F245A6FA785}"/>
                </a:ext>
              </a:extLst>
            </p:cNvPr>
            <p:cNvSpPr txBox="1"/>
            <p:nvPr/>
          </p:nvSpPr>
          <p:spPr>
            <a:xfrm>
              <a:off x="8616096" y="6468320"/>
              <a:ext cx="3498843" cy="369332"/>
            </a:xfrm>
            <a:prstGeom prst="rect">
              <a:avLst/>
            </a:prstGeom>
            <a:noFill/>
          </p:spPr>
          <p:txBody>
            <a:bodyPr wrap="none" rtlCol="0">
              <a:spAutoFit/>
            </a:bodyPr>
            <a:lstStyle/>
            <a:p>
              <a:r>
                <a:rPr lang="es-CL" dirty="0">
                  <a:solidFill>
                    <a:srgbClr val="004C8B"/>
                  </a:solidFill>
                </a:rPr>
                <a:t>INGENIERÍA CIVIL EN INFORMÁTICA</a:t>
              </a:r>
            </a:p>
          </p:txBody>
        </p:sp>
      </p:grpSp>
      <p:sp>
        <p:nvSpPr>
          <p:cNvPr id="6" name="CuadroTexto 5">
            <a:extLst>
              <a:ext uri="{FF2B5EF4-FFF2-40B4-BE49-F238E27FC236}">
                <a16:creationId xmlns:a16="http://schemas.microsoft.com/office/drawing/2014/main" id="{1C2C39FD-2AC4-F200-12F6-8C5DF1474347}"/>
              </a:ext>
            </a:extLst>
          </p:cNvPr>
          <p:cNvSpPr txBox="1"/>
          <p:nvPr/>
        </p:nvSpPr>
        <p:spPr>
          <a:xfrm>
            <a:off x="2632852" y="2284905"/>
            <a:ext cx="7651102" cy="923330"/>
          </a:xfrm>
          <a:prstGeom prst="rect">
            <a:avLst/>
          </a:prstGeom>
          <a:noFill/>
          <a:effectLst>
            <a:outerShdw blurRad="50800" dist="38100" dir="2700000" algn="tl" rotWithShape="0">
              <a:prstClr val="black">
                <a:alpha val="40000"/>
              </a:prstClr>
            </a:outerShdw>
          </a:effectLst>
        </p:spPr>
        <p:txBody>
          <a:bodyPr wrap="square" rtlCol="0">
            <a:spAutoFit/>
          </a:bodyPr>
          <a:lstStyle/>
          <a:p>
            <a:pPr algn="ctr"/>
            <a:r>
              <a:rPr lang="es-MX" sz="5400" dirty="0">
                <a:solidFill>
                  <a:schemeClr val="bg1">
                    <a:lumMod val="95000"/>
                  </a:schemeClr>
                </a:solidFill>
              </a:rPr>
              <a:t>Ingeniería de Software</a:t>
            </a:r>
            <a:endParaRPr lang="es-CL" sz="5400" dirty="0">
              <a:solidFill>
                <a:schemeClr val="bg1">
                  <a:lumMod val="95000"/>
                </a:schemeClr>
              </a:solidFill>
            </a:endParaRPr>
          </a:p>
        </p:txBody>
      </p:sp>
    </p:spTree>
    <p:extLst>
      <p:ext uri="{BB962C8B-B14F-4D97-AF65-F5344CB8AC3E}">
        <p14:creationId xmlns:p14="http://schemas.microsoft.com/office/powerpoint/2010/main" val="20822960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Box 8">
            <a:extLst>
              <a:ext uri="{FF2B5EF4-FFF2-40B4-BE49-F238E27FC236}">
                <a16:creationId xmlns:a16="http://schemas.microsoft.com/office/drawing/2014/main" id="{8ADFA9A2-1A70-4586-A9E0-3C117E6A0C8C}"/>
              </a:ext>
            </a:extLst>
          </p:cNvPr>
          <p:cNvSpPr txBox="1">
            <a:spLocks noChangeArrowheads="1"/>
          </p:cNvSpPr>
          <p:nvPr/>
        </p:nvSpPr>
        <p:spPr bwMode="auto">
          <a:xfrm>
            <a:off x="3303402" y="5887325"/>
            <a:ext cx="6858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sz="2400" b="1" dirty="0">
                <a:solidFill>
                  <a:schemeClr val="bg1"/>
                </a:solidFill>
                <a:latin typeface="Arial" charset="0"/>
              </a:rPr>
              <a:t>ARICA - CHILE</a:t>
            </a:r>
            <a:endParaRPr lang="en-US" sz="2400" dirty="0">
              <a:solidFill>
                <a:schemeClr val="bg1"/>
              </a:solidFill>
              <a:latin typeface="Eurostile BoldExtendedTwo" charset="0"/>
            </a:endParaRPr>
          </a:p>
        </p:txBody>
      </p:sp>
      <p:pic>
        <p:nvPicPr>
          <p:cNvPr id="4" name="Imagen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2171"/>
            <a:ext cx="12192000" cy="6890172"/>
          </a:xfrm>
          <a:prstGeom prst="rect">
            <a:avLst/>
          </a:prstGeom>
        </p:spPr>
      </p:pic>
      <p:pic>
        <p:nvPicPr>
          <p:cNvPr id="17" name="Imagen 1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603673" y="1073299"/>
            <a:ext cx="2672079" cy="933791"/>
          </a:xfrm>
          <a:prstGeom prst="rect">
            <a:avLst/>
          </a:prstGeom>
        </p:spPr>
      </p:pic>
      <p:sp>
        <p:nvSpPr>
          <p:cNvPr id="2" name="CuadroTexto 1">
            <a:extLst>
              <a:ext uri="{FF2B5EF4-FFF2-40B4-BE49-F238E27FC236}">
                <a16:creationId xmlns:a16="http://schemas.microsoft.com/office/drawing/2014/main" id="{007C69F4-A719-9282-A5A3-B9E0B388ED8A}"/>
              </a:ext>
            </a:extLst>
          </p:cNvPr>
          <p:cNvSpPr txBox="1"/>
          <p:nvPr/>
        </p:nvSpPr>
        <p:spPr>
          <a:xfrm>
            <a:off x="852544" y="1831834"/>
            <a:ext cx="9116008" cy="5201424"/>
          </a:xfrm>
          <a:prstGeom prst="rect">
            <a:avLst/>
          </a:prstGeom>
          <a:noFill/>
        </p:spPr>
        <p:txBody>
          <a:bodyPr wrap="square" rtlCol="0">
            <a:spAutoFit/>
          </a:bodyPr>
          <a:lstStyle/>
          <a:p>
            <a:pPr marL="742950" lvl="1" indent="-285750">
              <a:buFont typeface="Arial" panose="020B0604020202020204" pitchFamily="34" charset="0"/>
              <a:buChar char="•"/>
            </a:pPr>
            <a:r>
              <a:rPr lang="es-CL" sz="2800" dirty="0">
                <a:solidFill>
                  <a:schemeClr val="bg1"/>
                </a:solidFill>
              </a:rPr>
              <a:t>Software</a:t>
            </a:r>
          </a:p>
          <a:p>
            <a:pPr marL="742950" lvl="1" indent="-285750">
              <a:buFont typeface="Arial" panose="020B0604020202020204" pitchFamily="34" charset="0"/>
              <a:buChar char="•"/>
            </a:pPr>
            <a:r>
              <a:rPr lang="es-MX" sz="2800" dirty="0">
                <a:solidFill>
                  <a:schemeClr val="bg1"/>
                </a:solidFill>
              </a:rPr>
              <a:t>Dominios de aplicación del software</a:t>
            </a:r>
          </a:p>
          <a:p>
            <a:pPr marL="742950" lvl="1" indent="-285750">
              <a:buFont typeface="Arial" panose="020B0604020202020204" pitchFamily="34" charset="0"/>
              <a:buChar char="•"/>
            </a:pPr>
            <a:r>
              <a:rPr lang="es-CL" sz="2800" dirty="0">
                <a:solidFill>
                  <a:schemeClr val="bg1"/>
                </a:solidFill>
              </a:rPr>
              <a:t>Software Heredado</a:t>
            </a:r>
          </a:p>
          <a:p>
            <a:pPr marL="742950" lvl="1" indent="-285750">
              <a:buFont typeface="Arial" panose="020B0604020202020204" pitchFamily="34" charset="0"/>
              <a:buChar char="•"/>
            </a:pPr>
            <a:r>
              <a:rPr lang="es-CL" sz="2800" dirty="0">
                <a:solidFill>
                  <a:schemeClr val="bg1"/>
                </a:solidFill>
              </a:rPr>
              <a:t>Ingeniería de software</a:t>
            </a:r>
          </a:p>
          <a:p>
            <a:pPr marL="742950" lvl="1" indent="-285750">
              <a:buFont typeface="Arial" panose="020B0604020202020204" pitchFamily="34" charset="0"/>
              <a:buChar char="•"/>
            </a:pPr>
            <a:r>
              <a:rPr lang="es-MX" sz="2800" dirty="0">
                <a:solidFill>
                  <a:schemeClr val="bg1"/>
                </a:solidFill>
              </a:rPr>
              <a:t>Capas de la ingeniería de software</a:t>
            </a:r>
          </a:p>
          <a:p>
            <a:pPr marL="742950" lvl="1" indent="-285750">
              <a:buFont typeface="Arial" panose="020B0604020202020204" pitchFamily="34" charset="0"/>
              <a:buChar char="•"/>
            </a:pPr>
            <a:r>
              <a:rPr lang="es-MX" sz="2800" dirty="0">
                <a:solidFill>
                  <a:schemeClr val="bg1"/>
                </a:solidFill>
              </a:rPr>
              <a:t>Marco de trabajo del proceso</a:t>
            </a:r>
          </a:p>
          <a:p>
            <a:pPr marL="742950" lvl="1" indent="-285750">
              <a:buFont typeface="Arial" panose="020B0604020202020204" pitchFamily="34" charset="0"/>
              <a:buChar char="•"/>
            </a:pPr>
            <a:r>
              <a:rPr lang="es-MX" sz="2800" dirty="0">
                <a:solidFill>
                  <a:schemeClr val="bg1"/>
                </a:solidFill>
              </a:rPr>
              <a:t>Atributos de calidad del software</a:t>
            </a:r>
          </a:p>
          <a:p>
            <a:pPr marL="742950" lvl="1" indent="-285750">
              <a:buFont typeface="Arial" panose="020B0604020202020204" pitchFamily="34" charset="0"/>
              <a:buChar char="•"/>
            </a:pPr>
            <a:r>
              <a:rPr lang="es-CL" sz="2800" dirty="0">
                <a:solidFill>
                  <a:schemeClr val="bg1"/>
                </a:solidFill>
              </a:rPr>
              <a:t>Principios generales</a:t>
            </a:r>
            <a:endParaRPr lang="es-MX" sz="2800" dirty="0">
              <a:solidFill>
                <a:schemeClr val="bg1"/>
              </a:solidFill>
            </a:endParaRPr>
          </a:p>
          <a:p>
            <a:endParaRPr lang="es-MX" dirty="0">
              <a:solidFill>
                <a:schemeClr val="bg1">
                  <a:lumMod val="95000"/>
                </a:schemeClr>
              </a:solidFill>
            </a:endParaRPr>
          </a:p>
          <a:p>
            <a:endParaRPr lang="es-MX" dirty="0"/>
          </a:p>
          <a:p>
            <a:endParaRPr lang="es-MX" dirty="0"/>
          </a:p>
          <a:p>
            <a:endParaRPr lang="es-MX" dirty="0"/>
          </a:p>
          <a:p>
            <a:endParaRPr lang="es-MX" dirty="0"/>
          </a:p>
          <a:p>
            <a:endParaRPr lang="es-CL" dirty="0"/>
          </a:p>
        </p:txBody>
      </p:sp>
      <p:sp>
        <p:nvSpPr>
          <p:cNvPr id="3" name="Título 2">
            <a:extLst>
              <a:ext uri="{FF2B5EF4-FFF2-40B4-BE49-F238E27FC236}">
                <a16:creationId xmlns:a16="http://schemas.microsoft.com/office/drawing/2014/main" id="{F14CD258-5EE0-1498-AC63-F3716870C703}"/>
              </a:ext>
            </a:extLst>
          </p:cNvPr>
          <p:cNvSpPr>
            <a:spLocks noGrp="1"/>
          </p:cNvSpPr>
          <p:nvPr>
            <p:ph type="title"/>
          </p:nvPr>
        </p:nvSpPr>
        <p:spPr/>
        <p:txBody>
          <a:bodyPr>
            <a:normAutofit/>
          </a:bodyPr>
          <a:lstStyle/>
          <a:p>
            <a:r>
              <a:rPr lang="es-MX" sz="4400" dirty="0">
                <a:solidFill>
                  <a:schemeClr val="bg1">
                    <a:lumMod val="95000"/>
                  </a:schemeClr>
                </a:solidFill>
              </a:rPr>
              <a:t>Índice de contenidos</a:t>
            </a:r>
            <a:endParaRPr lang="es-CL" dirty="0"/>
          </a:p>
        </p:txBody>
      </p:sp>
    </p:spTree>
    <p:extLst>
      <p:ext uri="{BB962C8B-B14F-4D97-AF65-F5344CB8AC3E}">
        <p14:creationId xmlns:p14="http://schemas.microsoft.com/office/powerpoint/2010/main" val="14271132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pPr algn="l"/>
            <a:r>
              <a:rPr lang="es-CL" dirty="0"/>
              <a:t>Software</a:t>
            </a:r>
          </a:p>
        </p:txBody>
      </p:sp>
      <p:sp>
        <p:nvSpPr>
          <p:cNvPr id="3" name="Marcador de contenido 2"/>
          <p:cNvSpPr txBox="1">
            <a:spLocks/>
          </p:cNvSpPr>
          <p:nvPr/>
        </p:nvSpPr>
        <p:spPr>
          <a:xfrm>
            <a:off x="1981200" y="1417638"/>
            <a:ext cx="4402832" cy="4939159"/>
          </a:xfrm>
          <a:prstGeom prst="rect">
            <a:avLst/>
          </a:prstGeom>
        </p:spPr>
        <p:txBody>
          <a:bodyPr>
            <a:noAutofit/>
          </a:bodyPr>
          <a:lstStyle>
            <a:lvl1pPr marL="342900" indent="-342900" algn="l" defTabSz="457200" rtl="0" eaLnBrk="1" latinLnBrk="0" hangingPunct="1">
              <a:spcBef>
                <a:spcPct val="20000"/>
              </a:spcBef>
              <a:buFont typeface="Arial"/>
              <a:buChar char="•"/>
              <a:defRPr sz="2400" kern="1200">
                <a:solidFill>
                  <a:schemeClr val="tx1"/>
                </a:solidFill>
                <a:latin typeface="+mn-lt"/>
                <a:ea typeface="+mn-ea"/>
                <a:cs typeface="Myriad Pro"/>
              </a:defRPr>
            </a:lvl1pPr>
            <a:lvl2pPr marL="742950" indent="-285750" algn="l" defTabSz="457200" rtl="0" eaLnBrk="1" latinLnBrk="0" hangingPunct="1">
              <a:spcBef>
                <a:spcPct val="20000"/>
              </a:spcBef>
              <a:buFont typeface="Arial"/>
              <a:buChar char="–"/>
              <a:defRPr sz="2000" kern="1200">
                <a:solidFill>
                  <a:schemeClr val="tx1"/>
                </a:solidFill>
                <a:latin typeface="+mn-lt"/>
                <a:ea typeface="+mn-ea"/>
                <a:cs typeface="Myriad Pro"/>
              </a:defRPr>
            </a:lvl2pPr>
            <a:lvl3pPr marL="1143000" indent="-228600" algn="l" defTabSz="457200" rtl="0" eaLnBrk="1" latinLnBrk="0" hangingPunct="1">
              <a:spcBef>
                <a:spcPct val="20000"/>
              </a:spcBef>
              <a:buFont typeface="Arial"/>
              <a:buChar char="•"/>
              <a:defRPr sz="1800" kern="1200">
                <a:solidFill>
                  <a:schemeClr val="tx1"/>
                </a:solidFill>
                <a:latin typeface="+mn-lt"/>
                <a:ea typeface="+mn-ea"/>
                <a:cs typeface="Myriad Pro"/>
              </a:defRPr>
            </a:lvl3pPr>
            <a:lvl4pPr marL="1600200" indent="-228600" algn="l" defTabSz="457200" rtl="0" eaLnBrk="1" latinLnBrk="0" hangingPunct="1">
              <a:spcBef>
                <a:spcPct val="20000"/>
              </a:spcBef>
              <a:buFont typeface="Arial"/>
              <a:buChar char="–"/>
              <a:defRPr sz="1600" kern="1200">
                <a:solidFill>
                  <a:schemeClr val="tx1"/>
                </a:solidFill>
                <a:latin typeface="+mn-lt"/>
                <a:ea typeface="+mn-ea"/>
                <a:cs typeface="Myriad Pro"/>
              </a:defRPr>
            </a:lvl4pPr>
            <a:lvl5pPr marL="2057400" indent="-228600" algn="l" defTabSz="457200" rtl="0" eaLnBrk="1" latinLnBrk="0" hangingPunct="1">
              <a:spcBef>
                <a:spcPct val="20000"/>
              </a:spcBef>
              <a:buFont typeface="Arial"/>
              <a:buChar char="»"/>
              <a:defRPr sz="1600" kern="1200">
                <a:solidFill>
                  <a:schemeClr val="tx1"/>
                </a:solidFill>
                <a:latin typeface="+mn-lt"/>
                <a:ea typeface="+mn-ea"/>
                <a:cs typeface="Myriad Pro"/>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buClr>
                <a:srgbClr val="FF0000"/>
              </a:buClr>
            </a:pPr>
            <a:endParaRPr lang="es-CL" sz="1800" dirty="0"/>
          </a:p>
        </p:txBody>
      </p:sp>
      <p:grpSp>
        <p:nvGrpSpPr>
          <p:cNvPr id="5" name="Agrupar 2">
            <a:extLst>
              <a:ext uri="{FF2B5EF4-FFF2-40B4-BE49-F238E27FC236}">
                <a16:creationId xmlns:a16="http://schemas.microsoft.com/office/drawing/2014/main" id="{A0F68CF3-2050-4A6F-AF5F-CB6DCB46DCEE}"/>
              </a:ext>
            </a:extLst>
          </p:cNvPr>
          <p:cNvGrpSpPr/>
          <p:nvPr/>
        </p:nvGrpSpPr>
        <p:grpSpPr>
          <a:xfrm>
            <a:off x="0" y="6470073"/>
            <a:ext cx="12192000" cy="387927"/>
            <a:chOff x="0" y="6470073"/>
            <a:chExt cx="12192000" cy="387927"/>
          </a:xfrm>
        </p:grpSpPr>
        <p:sp>
          <p:nvSpPr>
            <p:cNvPr id="6" name="Rectángulo 5">
              <a:extLst>
                <a:ext uri="{FF2B5EF4-FFF2-40B4-BE49-F238E27FC236}">
                  <a16:creationId xmlns:a16="http://schemas.microsoft.com/office/drawing/2014/main" id="{B13D1E45-2E41-49FD-8CBC-ECAD056683EC}"/>
                </a:ext>
              </a:extLst>
            </p:cNvPr>
            <p:cNvSpPr/>
            <p:nvPr/>
          </p:nvSpPr>
          <p:spPr>
            <a:xfrm>
              <a:off x="0" y="6470073"/>
              <a:ext cx="6248400" cy="387927"/>
            </a:xfrm>
            <a:prstGeom prst="rect">
              <a:avLst/>
            </a:prstGeom>
            <a:solidFill>
              <a:srgbClr val="004C8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7" name="Rectángulo 6">
              <a:extLst>
                <a:ext uri="{FF2B5EF4-FFF2-40B4-BE49-F238E27FC236}">
                  <a16:creationId xmlns:a16="http://schemas.microsoft.com/office/drawing/2014/main" id="{BC3B1013-3A74-4808-9459-EF0A0BE2B450}"/>
                </a:ext>
              </a:extLst>
            </p:cNvPr>
            <p:cNvSpPr/>
            <p:nvPr/>
          </p:nvSpPr>
          <p:spPr>
            <a:xfrm>
              <a:off x="5943600" y="6761018"/>
              <a:ext cx="6248400" cy="96982"/>
            </a:xfrm>
            <a:prstGeom prst="rect">
              <a:avLst/>
            </a:prstGeom>
            <a:solidFill>
              <a:srgbClr val="004C8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grpSp>
      <p:pic>
        <p:nvPicPr>
          <p:cNvPr id="8" name="Imagen 7">
            <a:extLst>
              <a:ext uri="{FF2B5EF4-FFF2-40B4-BE49-F238E27FC236}">
                <a16:creationId xmlns:a16="http://schemas.microsoft.com/office/drawing/2014/main" id="{56108630-1BE7-4C16-ACBC-7DAC474851C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72124" y="575657"/>
            <a:ext cx="2486755" cy="865685"/>
          </a:xfrm>
          <a:prstGeom prst="rect">
            <a:avLst/>
          </a:prstGeom>
        </p:spPr>
      </p:pic>
      <p:pic>
        <p:nvPicPr>
          <p:cNvPr id="9" name="Imagen 8">
            <a:extLst>
              <a:ext uri="{FF2B5EF4-FFF2-40B4-BE49-F238E27FC236}">
                <a16:creationId xmlns:a16="http://schemas.microsoft.com/office/drawing/2014/main" id="{808AAB99-AA43-457A-BFA2-8B68AFA22BC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61994" y="3607734"/>
            <a:ext cx="511809" cy="2862339"/>
          </a:xfrm>
          <a:prstGeom prst="rect">
            <a:avLst/>
          </a:prstGeom>
        </p:spPr>
      </p:pic>
      <p:sp>
        <p:nvSpPr>
          <p:cNvPr id="16" name="Marcador de contenido 15">
            <a:extLst>
              <a:ext uri="{FF2B5EF4-FFF2-40B4-BE49-F238E27FC236}">
                <a16:creationId xmlns:a16="http://schemas.microsoft.com/office/drawing/2014/main" id="{73805F8D-6818-F87F-486C-503A8D185351}"/>
              </a:ext>
            </a:extLst>
          </p:cNvPr>
          <p:cNvSpPr>
            <a:spLocks noGrp="1"/>
          </p:cNvSpPr>
          <p:nvPr>
            <p:ph idx="13"/>
          </p:nvPr>
        </p:nvSpPr>
        <p:spPr>
          <a:xfrm>
            <a:off x="609600" y="1600201"/>
            <a:ext cx="10213910" cy="4893576"/>
          </a:xfrm>
        </p:spPr>
        <p:txBody>
          <a:bodyPr/>
          <a:lstStyle/>
          <a:p>
            <a:pPr algn="just"/>
            <a:r>
              <a:rPr lang="es-MX" dirty="0"/>
              <a:t>Son instrucciones (programas de cómputo) que cuando se ejecutan proporcionan las características, función y desempeño buscados;</a:t>
            </a:r>
            <a:endParaRPr lang="es-CL" dirty="0"/>
          </a:p>
        </p:txBody>
      </p:sp>
    </p:spTree>
    <p:extLst>
      <p:ext uri="{BB962C8B-B14F-4D97-AF65-F5344CB8AC3E}">
        <p14:creationId xmlns:p14="http://schemas.microsoft.com/office/powerpoint/2010/main" val="27075988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95452A-6F13-4D03-1A04-856D9E67E2E6}"/>
            </a:ext>
          </a:extLst>
        </p:cNvPr>
        <p:cNvGrpSpPr/>
        <p:nvPr/>
      </p:nvGrpSpPr>
      <p:grpSpPr>
        <a:xfrm>
          <a:off x="0" y="0"/>
          <a:ext cx="0" cy="0"/>
          <a:chOff x="0" y="0"/>
          <a:chExt cx="0" cy="0"/>
        </a:xfrm>
      </p:grpSpPr>
      <p:cxnSp>
        <p:nvCxnSpPr>
          <p:cNvPr id="29" name="Conector recto de flecha 28">
            <a:extLst>
              <a:ext uri="{FF2B5EF4-FFF2-40B4-BE49-F238E27FC236}">
                <a16:creationId xmlns:a16="http://schemas.microsoft.com/office/drawing/2014/main" id="{F3EF259F-8CF5-A6B5-BF0C-7EE5BC8BBBD3}"/>
              </a:ext>
            </a:extLst>
          </p:cNvPr>
          <p:cNvCxnSpPr>
            <a:cxnSpLocks/>
            <a:stCxn id="4" idx="2"/>
            <a:endCxn id="14" idx="0"/>
          </p:cNvCxnSpPr>
          <p:nvPr/>
        </p:nvCxnSpPr>
        <p:spPr>
          <a:xfrm flipH="1">
            <a:off x="1981200" y="1966771"/>
            <a:ext cx="3696780" cy="2344116"/>
          </a:xfrm>
          <a:prstGeom prst="straightConnector1">
            <a:avLst/>
          </a:prstGeom>
          <a:ln w="12700">
            <a:solidFill>
              <a:schemeClr val="bg2">
                <a:lumMod val="25000"/>
              </a:schemeClr>
            </a:solidFill>
            <a:prstDash val="lgDash"/>
            <a:tailEnd type="triangle"/>
          </a:ln>
        </p:spPr>
        <p:style>
          <a:lnRef idx="1">
            <a:schemeClr val="accent1"/>
          </a:lnRef>
          <a:fillRef idx="0">
            <a:schemeClr val="accent1"/>
          </a:fillRef>
          <a:effectRef idx="0">
            <a:schemeClr val="accent1"/>
          </a:effectRef>
          <a:fontRef idx="minor">
            <a:schemeClr val="tx1"/>
          </a:fontRef>
        </p:style>
      </p:cxnSp>
      <p:cxnSp>
        <p:nvCxnSpPr>
          <p:cNvPr id="35" name="Conector recto de flecha 34">
            <a:extLst>
              <a:ext uri="{FF2B5EF4-FFF2-40B4-BE49-F238E27FC236}">
                <a16:creationId xmlns:a16="http://schemas.microsoft.com/office/drawing/2014/main" id="{149FBD07-C2E4-96C3-D3AF-DF2F49A6B030}"/>
              </a:ext>
            </a:extLst>
          </p:cNvPr>
          <p:cNvCxnSpPr>
            <a:cxnSpLocks/>
            <a:stCxn id="4" idx="2"/>
            <a:endCxn id="17" idx="0"/>
          </p:cNvCxnSpPr>
          <p:nvPr/>
        </p:nvCxnSpPr>
        <p:spPr>
          <a:xfrm>
            <a:off x="5677980" y="1966771"/>
            <a:ext cx="2414771" cy="2344115"/>
          </a:xfrm>
          <a:prstGeom prst="straightConnector1">
            <a:avLst/>
          </a:prstGeom>
          <a:ln w="12700">
            <a:solidFill>
              <a:schemeClr val="bg2">
                <a:lumMod val="25000"/>
              </a:schemeClr>
            </a:solidFill>
            <a:prstDash val="lgDash"/>
            <a:tailEnd type="triangle"/>
          </a:ln>
        </p:spPr>
        <p:style>
          <a:lnRef idx="1">
            <a:schemeClr val="accent1"/>
          </a:lnRef>
          <a:fillRef idx="0">
            <a:schemeClr val="accent1"/>
          </a:fillRef>
          <a:effectRef idx="0">
            <a:schemeClr val="accent1"/>
          </a:effectRef>
          <a:fontRef idx="minor">
            <a:schemeClr val="tx1"/>
          </a:fontRef>
        </p:style>
      </p:cxnSp>
      <p:sp>
        <p:nvSpPr>
          <p:cNvPr id="2" name="Título 1">
            <a:extLst>
              <a:ext uri="{FF2B5EF4-FFF2-40B4-BE49-F238E27FC236}">
                <a16:creationId xmlns:a16="http://schemas.microsoft.com/office/drawing/2014/main" id="{923D0FEF-9924-EBC1-1D1B-F517EC7B0451}"/>
              </a:ext>
            </a:extLst>
          </p:cNvPr>
          <p:cNvSpPr>
            <a:spLocks noGrp="1"/>
          </p:cNvSpPr>
          <p:nvPr>
            <p:ph type="title"/>
          </p:nvPr>
        </p:nvSpPr>
        <p:spPr/>
        <p:txBody>
          <a:bodyPr>
            <a:normAutofit fontScale="90000"/>
          </a:bodyPr>
          <a:lstStyle/>
          <a:p>
            <a:pPr algn="l"/>
            <a:r>
              <a:rPr lang="es-MX" dirty="0"/>
              <a:t>Dominios de aplicación del software</a:t>
            </a:r>
            <a:endParaRPr lang="es-CL" dirty="0"/>
          </a:p>
        </p:txBody>
      </p:sp>
      <p:sp>
        <p:nvSpPr>
          <p:cNvPr id="3" name="Marcador de contenido 2">
            <a:extLst>
              <a:ext uri="{FF2B5EF4-FFF2-40B4-BE49-F238E27FC236}">
                <a16:creationId xmlns:a16="http://schemas.microsoft.com/office/drawing/2014/main" id="{94183679-A9B6-6A94-7939-6CC7BD2A22CB}"/>
              </a:ext>
            </a:extLst>
          </p:cNvPr>
          <p:cNvSpPr txBox="1">
            <a:spLocks/>
          </p:cNvSpPr>
          <p:nvPr/>
        </p:nvSpPr>
        <p:spPr>
          <a:xfrm>
            <a:off x="1981200" y="1417638"/>
            <a:ext cx="4402832" cy="4939159"/>
          </a:xfrm>
          <a:prstGeom prst="rect">
            <a:avLst/>
          </a:prstGeom>
        </p:spPr>
        <p:txBody>
          <a:bodyPr>
            <a:noAutofit/>
          </a:bodyPr>
          <a:lstStyle>
            <a:lvl1pPr marL="342900" indent="-342900" algn="l" defTabSz="457200" rtl="0" eaLnBrk="1" latinLnBrk="0" hangingPunct="1">
              <a:spcBef>
                <a:spcPct val="20000"/>
              </a:spcBef>
              <a:buFont typeface="Arial"/>
              <a:buChar char="•"/>
              <a:defRPr sz="2400" kern="1200">
                <a:solidFill>
                  <a:schemeClr val="tx1"/>
                </a:solidFill>
                <a:latin typeface="+mn-lt"/>
                <a:ea typeface="+mn-ea"/>
                <a:cs typeface="Myriad Pro"/>
              </a:defRPr>
            </a:lvl1pPr>
            <a:lvl2pPr marL="742950" indent="-285750" algn="l" defTabSz="457200" rtl="0" eaLnBrk="1" latinLnBrk="0" hangingPunct="1">
              <a:spcBef>
                <a:spcPct val="20000"/>
              </a:spcBef>
              <a:buFont typeface="Arial"/>
              <a:buChar char="–"/>
              <a:defRPr sz="2000" kern="1200">
                <a:solidFill>
                  <a:schemeClr val="tx1"/>
                </a:solidFill>
                <a:latin typeface="+mn-lt"/>
                <a:ea typeface="+mn-ea"/>
                <a:cs typeface="Myriad Pro"/>
              </a:defRPr>
            </a:lvl2pPr>
            <a:lvl3pPr marL="1143000" indent="-228600" algn="l" defTabSz="457200" rtl="0" eaLnBrk="1" latinLnBrk="0" hangingPunct="1">
              <a:spcBef>
                <a:spcPct val="20000"/>
              </a:spcBef>
              <a:buFont typeface="Arial"/>
              <a:buChar char="•"/>
              <a:defRPr sz="1800" kern="1200">
                <a:solidFill>
                  <a:schemeClr val="tx1"/>
                </a:solidFill>
                <a:latin typeface="+mn-lt"/>
                <a:ea typeface="+mn-ea"/>
                <a:cs typeface="Myriad Pro"/>
              </a:defRPr>
            </a:lvl3pPr>
            <a:lvl4pPr marL="1600200" indent="-228600" algn="l" defTabSz="457200" rtl="0" eaLnBrk="1" latinLnBrk="0" hangingPunct="1">
              <a:spcBef>
                <a:spcPct val="20000"/>
              </a:spcBef>
              <a:buFont typeface="Arial"/>
              <a:buChar char="–"/>
              <a:defRPr sz="1600" kern="1200">
                <a:solidFill>
                  <a:schemeClr val="tx1"/>
                </a:solidFill>
                <a:latin typeface="+mn-lt"/>
                <a:ea typeface="+mn-ea"/>
                <a:cs typeface="Myriad Pro"/>
              </a:defRPr>
            </a:lvl4pPr>
            <a:lvl5pPr marL="2057400" indent="-228600" algn="l" defTabSz="457200" rtl="0" eaLnBrk="1" latinLnBrk="0" hangingPunct="1">
              <a:spcBef>
                <a:spcPct val="20000"/>
              </a:spcBef>
              <a:buFont typeface="Arial"/>
              <a:buChar char="»"/>
              <a:defRPr sz="1600" kern="1200">
                <a:solidFill>
                  <a:schemeClr val="tx1"/>
                </a:solidFill>
                <a:latin typeface="+mn-lt"/>
                <a:ea typeface="+mn-ea"/>
                <a:cs typeface="Myriad Pro"/>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buClr>
                <a:srgbClr val="FF0000"/>
              </a:buClr>
            </a:pPr>
            <a:endParaRPr lang="es-CL" sz="1800" dirty="0"/>
          </a:p>
        </p:txBody>
      </p:sp>
      <p:grpSp>
        <p:nvGrpSpPr>
          <p:cNvPr id="5" name="Agrupar 2">
            <a:extLst>
              <a:ext uri="{FF2B5EF4-FFF2-40B4-BE49-F238E27FC236}">
                <a16:creationId xmlns:a16="http://schemas.microsoft.com/office/drawing/2014/main" id="{7FFDFBAE-3A63-13D7-7499-29C87333BBB4}"/>
              </a:ext>
            </a:extLst>
          </p:cNvPr>
          <p:cNvGrpSpPr/>
          <p:nvPr/>
        </p:nvGrpSpPr>
        <p:grpSpPr>
          <a:xfrm>
            <a:off x="0" y="6470073"/>
            <a:ext cx="12192000" cy="387927"/>
            <a:chOff x="0" y="6470073"/>
            <a:chExt cx="12192000" cy="387927"/>
          </a:xfrm>
        </p:grpSpPr>
        <p:sp>
          <p:nvSpPr>
            <p:cNvPr id="6" name="Rectángulo 5">
              <a:extLst>
                <a:ext uri="{FF2B5EF4-FFF2-40B4-BE49-F238E27FC236}">
                  <a16:creationId xmlns:a16="http://schemas.microsoft.com/office/drawing/2014/main" id="{2FB44DD7-B3F3-0F21-4ADB-16900E954B76}"/>
                </a:ext>
              </a:extLst>
            </p:cNvPr>
            <p:cNvSpPr/>
            <p:nvPr/>
          </p:nvSpPr>
          <p:spPr>
            <a:xfrm>
              <a:off x="0" y="6470073"/>
              <a:ext cx="6248400" cy="387927"/>
            </a:xfrm>
            <a:prstGeom prst="rect">
              <a:avLst/>
            </a:prstGeom>
            <a:solidFill>
              <a:srgbClr val="004C8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7" name="Rectángulo 6">
              <a:extLst>
                <a:ext uri="{FF2B5EF4-FFF2-40B4-BE49-F238E27FC236}">
                  <a16:creationId xmlns:a16="http://schemas.microsoft.com/office/drawing/2014/main" id="{A079695B-0915-BA15-EE1F-79ADEBC8F951}"/>
                </a:ext>
              </a:extLst>
            </p:cNvPr>
            <p:cNvSpPr/>
            <p:nvPr/>
          </p:nvSpPr>
          <p:spPr>
            <a:xfrm>
              <a:off x="5943600" y="6761018"/>
              <a:ext cx="6248400" cy="96982"/>
            </a:xfrm>
            <a:prstGeom prst="rect">
              <a:avLst/>
            </a:prstGeom>
            <a:solidFill>
              <a:srgbClr val="004C8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grpSp>
      <p:pic>
        <p:nvPicPr>
          <p:cNvPr id="8" name="Imagen 7">
            <a:extLst>
              <a:ext uri="{FF2B5EF4-FFF2-40B4-BE49-F238E27FC236}">
                <a16:creationId xmlns:a16="http://schemas.microsoft.com/office/drawing/2014/main" id="{F497C3C0-00AA-EC5B-FED5-581848B5F9D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72124" y="575657"/>
            <a:ext cx="2486755" cy="865685"/>
          </a:xfrm>
          <a:prstGeom prst="rect">
            <a:avLst/>
          </a:prstGeom>
        </p:spPr>
      </p:pic>
      <p:pic>
        <p:nvPicPr>
          <p:cNvPr id="9" name="Imagen 8">
            <a:extLst>
              <a:ext uri="{FF2B5EF4-FFF2-40B4-BE49-F238E27FC236}">
                <a16:creationId xmlns:a16="http://schemas.microsoft.com/office/drawing/2014/main" id="{E0969C88-51F6-B2E1-9EC6-C5B2C911730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61994" y="3607734"/>
            <a:ext cx="511809" cy="2862339"/>
          </a:xfrm>
          <a:prstGeom prst="rect">
            <a:avLst/>
          </a:prstGeom>
        </p:spPr>
      </p:pic>
      <p:sp>
        <p:nvSpPr>
          <p:cNvPr id="4" name="Rectángulo: esquinas redondeadas 3">
            <a:extLst>
              <a:ext uri="{FF2B5EF4-FFF2-40B4-BE49-F238E27FC236}">
                <a16:creationId xmlns:a16="http://schemas.microsoft.com/office/drawing/2014/main" id="{6C87C922-7CB3-7314-99FC-D182F39F11F7}"/>
              </a:ext>
            </a:extLst>
          </p:cNvPr>
          <p:cNvSpPr/>
          <p:nvPr/>
        </p:nvSpPr>
        <p:spPr>
          <a:xfrm>
            <a:off x="4702931" y="1505521"/>
            <a:ext cx="1950098" cy="461250"/>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s-MX" dirty="0"/>
              <a:t>Software</a:t>
            </a:r>
            <a:endParaRPr lang="es-CL" dirty="0"/>
          </a:p>
        </p:txBody>
      </p:sp>
      <p:sp>
        <p:nvSpPr>
          <p:cNvPr id="10" name="Rectángulo: esquinas redondeadas 9">
            <a:extLst>
              <a:ext uri="{FF2B5EF4-FFF2-40B4-BE49-F238E27FC236}">
                <a16:creationId xmlns:a16="http://schemas.microsoft.com/office/drawing/2014/main" id="{4EB69A31-BF34-843D-C1A6-1AFA021B3D2A}"/>
              </a:ext>
            </a:extLst>
          </p:cNvPr>
          <p:cNvSpPr/>
          <p:nvPr/>
        </p:nvSpPr>
        <p:spPr>
          <a:xfrm>
            <a:off x="420180" y="2770044"/>
            <a:ext cx="1950098" cy="579646"/>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s-MX" dirty="0"/>
              <a:t>Sistemas</a:t>
            </a:r>
            <a:endParaRPr lang="es-CL" dirty="0"/>
          </a:p>
        </p:txBody>
      </p:sp>
      <p:sp>
        <p:nvSpPr>
          <p:cNvPr id="11" name="Rectángulo: esquinas redondeadas 10">
            <a:extLst>
              <a:ext uri="{FF2B5EF4-FFF2-40B4-BE49-F238E27FC236}">
                <a16:creationId xmlns:a16="http://schemas.microsoft.com/office/drawing/2014/main" id="{29060CB5-DA2F-776F-BCE3-62C69BC7169C}"/>
              </a:ext>
            </a:extLst>
          </p:cNvPr>
          <p:cNvSpPr/>
          <p:nvPr/>
        </p:nvSpPr>
        <p:spPr>
          <a:xfrm>
            <a:off x="3175670" y="2768895"/>
            <a:ext cx="1950098" cy="579645"/>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s-MX" dirty="0"/>
              <a:t>Aplicación</a:t>
            </a:r>
            <a:endParaRPr lang="es-CL" dirty="0"/>
          </a:p>
        </p:txBody>
      </p:sp>
      <p:sp>
        <p:nvSpPr>
          <p:cNvPr id="12" name="Rectángulo: esquinas redondeadas 11">
            <a:extLst>
              <a:ext uri="{FF2B5EF4-FFF2-40B4-BE49-F238E27FC236}">
                <a16:creationId xmlns:a16="http://schemas.microsoft.com/office/drawing/2014/main" id="{450C5838-D64E-C4DE-EB66-4E02E9238C56}"/>
              </a:ext>
            </a:extLst>
          </p:cNvPr>
          <p:cNvSpPr/>
          <p:nvPr/>
        </p:nvSpPr>
        <p:spPr>
          <a:xfrm>
            <a:off x="5943600" y="2768896"/>
            <a:ext cx="1950098" cy="579644"/>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s-MX" dirty="0"/>
              <a:t>Científico/de ingeniería</a:t>
            </a:r>
            <a:endParaRPr lang="es-CL" dirty="0"/>
          </a:p>
        </p:txBody>
      </p:sp>
      <p:sp>
        <p:nvSpPr>
          <p:cNvPr id="13" name="Rectángulo: esquinas redondeadas 12">
            <a:extLst>
              <a:ext uri="{FF2B5EF4-FFF2-40B4-BE49-F238E27FC236}">
                <a16:creationId xmlns:a16="http://schemas.microsoft.com/office/drawing/2014/main" id="{3D800ACC-9453-3246-25BC-DE388012F95B}"/>
              </a:ext>
            </a:extLst>
          </p:cNvPr>
          <p:cNvSpPr/>
          <p:nvPr/>
        </p:nvSpPr>
        <p:spPr>
          <a:xfrm>
            <a:off x="8587541" y="2768896"/>
            <a:ext cx="1950098" cy="579644"/>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s-MX" dirty="0"/>
              <a:t>Integrado</a:t>
            </a:r>
            <a:endParaRPr lang="es-CL" dirty="0"/>
          </a:p>
        </p:txBody>
      </p:sp>
      <p:sp>
        <p:nvSpPr>
          <p:cNvPr id="14" name="Rectángulo: esquinas redondeadas 13">
            <a:extLst>
              <a:ext uri="{FF2B5EF4-FFF2-40B4-BE49-F238E27FC236}">
                <a16:creationId xmlns:a16="http://schemas.microsoft.com/office/drawing/2014/main" id="{69885E74-47F0-A355-95B5-502705AAB993}"/>
              </a:ext>
            </a:extLst>
          </p:cNvPr>
          <p:cNvSpPr/>
          <p:nvPr/>
        </p:nvSpPr>
        <p:spPr>
          <a:xfrm>
            <a:off x="1006151" y="4310887"/>
            <a:ext cx="1950098" cy="579646"/>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s-MX" dirty="0"/>
              <a:t>Línea de productos</a:t>
            </a:r>
            <a:endParaRPr lang="es-CL" dirty="0"/>
          </a:p>
        </p:txBody>
      </p:sp>
      <p:sp>
        <p:nvSpPr>
          <p:cNvPr id="15" name="Rectángulo: esquinas redondeadas 14">
            <a:extLst>
              <a:ext uri="{FF2B5EF4-FFF2-40B4-BE49-F238E27FC236}">
                <a16:creationId xmlns:a16="http://schemas.microsoft.com/office/drawing/2014/main" id="{CEC23444-812A-372B-1DD0-3A3AC019E09B}"/>
              </a:ext>
            </a:extLst>
          </p:cNvPr>
          <p:cNvSpPr/>
          <p:nvPr/>
        </p:nvSpPr>
        <p:spPr>
          <a:xfrm>
            <a:off x="4327849" y="4284775"/>
            <a:ext cx="1950098" cy="605757"/>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s-MX" dirty="0"/>
              <a:t>Aplicaciones web/móviles</a:t>
            </a:r>
            <a:endParaRPr lang="es-CL" dirty="0"/>
          </a:p>
        </p:txBody>
      </p:sp>
      <p:sp>
        <p:nvSpPr>
          <p:cNvPr id="17" name="Rectángulo: esquinas redondeadas 16">
            <a:extLst>
              <a:ext uri="{FF2B5EF4-FFF2-40B4-BE49-F238E27FC236}">
                <a16:creationId xmlns:a16="http://schemas.microsoft.com/office/drawing/2014/main" id="{E6D4E433-3E4B-6918-18CF-0299F5675705}"/>
              </a:ext>
            </a:extLst>
          </p:cNvPr>
          <p:cNvSpPr/>
          <p:nvPr/>
        </p:nvSpPr>
        <p:spPr>
          <a:xfrm>
            <a:off x="7117702" y="4310886"/>
            <a:ext cx="1950098" cy="579643"/>
          </a:xfrm>
          <a:prstGeom prst="round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s-CL" dirty="0"/>
              <a:t>Inteligencia artificial</a:t>
            </a:r>
          </a:p>
        </p:txBody>
      </p:sp>
      <p:cxnSp>
        <p:nvCxnSpPr>
          <p:cNvPr id="19" name="Conector recto de flecha 18">
            <a:extLst>
              <a:ext uri="{FF2B5EF4-FFF2-40B4-BE49-F238E27FC236}">
                <a16:creationId xmlns:a16="http://schemas.microsoft.com/office/drawing/2014/main" id="{6E80134D-8AED-EE5A-DF86-57A334E054A1}"/>
              </a:ext>
            </a:extLst>
          </p:cNvPr>
          <p:cNvCxnSpPr>
            <a:cxnSpLocks/>
            <a:stCxn id="4" idx="2"/>
            <a:endCxn id="10" idx="0"/>
          </p:cNvCxnSpPr>
          <p:nvPr/>
        </p:nvCxnSpPr>
        <p:spPr>
          <a:xfrm flipH="1">
            <a:off x="1395229" y="1966771"/>
            <a:ext cx="4282751" cy="803273"/>
          </a:xfrm>
          <a:prstGeom prst="straightConnector1">
            <a:avLst/>
          </a:prstGeom>
          <a:ln w="12700">
            <a:solidFill>
              <a:schemeClr val="bg2">
                <a:lumMod val="25000"/>
              </a:schemeClr>
            </a:solidFill>
            <a:prstDash val="lgDash"/>
            <a:tailEnd type="triangle"/>
          </a:ln>
        </p:spPr>
        <p:style>
          <a:lnRef idx="1">
            <a:schemeClr val="accent1"/>
          </a:lnRef>
          <a:fillRef idx="0">
            <a:schemeClr val="accent1"/>
          </a:fillRef>
          <a:effectRef idx="0">
            <a:schemeClr val="accent1"/>
          </a:effectRef>
          <a:fontRef idx="minor">
            <a:schemeClr val="tx1"/>
          </a:fontRef>
        </p:style>
      </p:cxnSp>
      <p:cxnSp>
        <p:nvCxnSpPr>
          <p:cNvPr id="20" name="Conector recto de flecha 19">
            <a:extLst>
              <a:ext uri="{FF2B5EF4-FFF2-40B4-BE49-F238E27FC236}">
                <a16:creationId xmlns:a16="http://schemas.microsoft.com/office/drawing/2014/main" id="{38738658-1914-3CDB-BFC7-8AF66603D8BB}"/>
              </a:ext>
            </a:extLst>
          </p:cNvPr>
          <p:cNvCxnSpPr>
            <a:cxnSpLocks/>
            <a:stCxn id="4" idx="2"/>
            <a:endCxn id="11" idx="0"/>
          </p:cNvCxnSpPr>
          <p:nvPr/>
        </p:nvCxnSpPr>
        <p:spPr>
          <a:xfrm flipH="1">
            <a:off x="4150719" y="1966771"/>
            <a:ext cx="1527261" cy="802124"/>
          </a:xfrm>
          <a:prstGeom prst="straightConnector1">
            <a:avLst/>
          </a:prstGeom>
          <a:ln w="12700">
            <a:solidFill>
              <a:schemeClr val="bg2">
                <a:lumMod val="25000"/>
              </a:schemeClr>
            </a:solidFill>
            <a:prstDash val="lgDash"/>
            <a:tailEnd type="triangle"/>
          </a:ln>
        </p:spPr>
        <p:style>
          <a:lnRef idx="1">
            <a:schemeClr val="accent1"/>
          </a:lnRef>
          <a:fillRef idx="0">
            <a:schemeClr val="accent1"/>
          </a:fillRef>
          <a:effectRef idx="0">
            <a:schemeClr val="accent1"/>
          </a:effectRef>
          <a:fontRef idx="minor">
            <a:schemeClr val="tx1"/>
          </a:fontRef>
        </p:style>
      </p:cxnSp>
      <p:cxnSp>
        <p:nvCxnSpPr>
          <p:cNvPr id="23" name="Conector recto de flecha 22">
            <a:extLst>
              <a:ext uri="{FF2B5EF4-FFF2-40B4-BE49-F238E27FC236}">
                <a16:creationId xmlns:a16="http://schemas.microsoft.com/office/drawing/2014/main" id="{52334C7D-CA73-4108-366B-43294742047B}"/>
              </a:ext>
            </a:extLst>
          </p:cNvPr>
          <p:cNvCxnSpPr>
            <a:cxnSpLocks/>
            <a:stCxn id="4" idx="2"/>
            <a:endCxn id="12" idx="0"/>
          </p:cNvCxnSpPr>
          <p:nvPr/>
        </p:nvCxnSpPr>
        <p:spPr>
          <a:xfrm>
            <a:off x="5677980" y="1966771"/>
            <a:ext cx="1240669" cy="802125"/>
          </a:xfrm>
          <a:prstGeom prst="straightConnector1">
            <a:avLst/>
          </a:prstGeom>
          <a:ln w="12700">
            <a:solidFill>
              <a:schemeClr val="bg2">
                <a:lumMod val="25000"/>
              </a:schemeClr>
            </a:solidFill>
            <a:prstDash val="lgDash"/>
            <a:tailEnd type="triangle"/>
          </a:ln>
        </p:spPr>
        <p:style>
          <a:lnRef idx="1">
            <a:schemeClr val="accent1"/>
          </a:lnRef>
          <a:fillRef idx="0">
            <a:schemeClr val="accent1"/>
          </a:fillRef>
          <a:effectRef idx="0">
            <a:schemeClr val="accent1"/>
          </a:effectRef>
          <a:fontRef idx="minor">
            <a:schemeClr val="tx1"/>
          </a:fontRef>
        </p:style>
      </p:cxnSp>
      <p:cxnSp>
        <p:nvCxnSpPr>
          <p:cNvPr id="26" name="Conector recto de flecha 25">
            <a:extLst>
              <a:ext uri="{FF2B5EF4-FFF2-40B4-BE49-F238E27FC236}">
                <a16:creationId xmlns:a16="http://schemas.microsoft.com/office/drawing/2014/main" id="{17F3301B-E2D6-891E-DCAB-A6E7DB1F4756}"/>
              </a:ext>
            </a:extLst>
          </p:cNvPr>
          <p:cNvCxnSpPr>
            <a:cxnSpLocks/>
            <a:stCxn id="4" idx="2"/>
            <a:endCxn id="13" idx="0"/>
          </p:cNvCxnSpPr>
          <p:nvPr/>
        </p:nvCxnSpPr>
        <p:spPr>
          <a:xfrm>
            <a:off x="5677980" y="1966771"/>
            <a:ext cx="3884610" cy="802125"/>
          </a:xfrm>
          <a:prstGeom prst="straightConnector1">
            <a:avLst/>
          </a:prstGeom>
          <a:ln w="12700">
            <a:solidFill>
              <a:schemeClr val="bg2">
                <a:lumMod val="25000"/>
              </a:schemeClr>
            </a:solidFill>
            <a:prstDash val="lgDash"/>
            <a:tailEnd type="triangle"/>
          </a:ln>
        </p:spPr>
        <p:style>
          <a:lnRef idx="1">
            <a:schemeClr val="accent1"/>
          </a:lnRef>
          <a:fillRef idx="0">
            <a:schemeClr val="accent1"/>
          </a:fillRef>
          <a:effectRef idx="0">
            <a:schemeClr val="accent1"/>
          </a:effectRef>
          <a:fontRef idx="minor">
            <a:schemeClr val="tx1"/>
          </a:fontRef>
        </p:style>
      </p:cxnSp>
      <p:cxnSp>
        <p:nvCxnSpPr>
          <p:cNvPr id="32" name="Conector recto de flecha 31">
            <a:extLst>
              <a:ext uri="{FF2B5EF4-FFF2-40B4-BE49-F238E27FC236}">
                <a16:creationId xmlns:a16="http://schemas.microsoft.com/office/drawing/2014/main" id="{8B1953CE-9FAE-8D39-CC13-B7795AF88C06}"/>
              </a:ext>
            </a:extLst>
          </p:cNvPr>
          <p:cNvCxnSpPr>
            <a:cxnSpLocks/>
            <a:stCxn id="4" idx="2"/>
            <a:endCxn id="15" idx="0"/>
          </p:cNvCxnSpPr>
          <p:nvPr/>
        </p:nvCxnSpPr>
        <p:spPr>
          <a:xfrm flipH="1">
            <a:off x="5302898" y="1966771"/>
            <a:ext cx="375082" cy="2318004"/>
          </a:xfrm>
          <a:prstGeom prst="straightConnector1">
            <a:avLst/>
          </a:prstGeom>
          <a:ln w="12700">
            <a:solidFill>
              <a:schemeClr val="bg2">
                <a:lumMod val="25000"/>
              </a:schemeClr>
            </a:solidFill>
            <a:prstDash val="lgDash"/>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551266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34B36A-460E-69AC-7DEA-C22FD976A2E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334E8CC-D31B-5998-2D74-F60227BDC806}"/>
              </a:ext>
            </a:extLst>
          </p:cNvPr>
          <p:cNvSpPr>
            <a:spLocks noGrp="1"/>
          </p:cNvSpPr>
          <p:nvPr>
            <p:ph type="title"/>
          </p:nvPr>
        </p:nvSpPr>
        <p:spPr/>
        <p:txBody>
          <a:bodyPr>
            <a:normAutofit/>
          </a:bodyPr>
          <a:lstStyle/>
          <a:p>
            <a:pPr algn="l"/>
            <a:r>
              <a:rPr lang="es-CL" dirty="0"/>
              <a:t>Actividad 01</a:t>
            </a:r>
          </a:p>
        </p:txBody>
      </p:sp>
      <p:sp>
        <p:nvSpPr>
          <p:cNvPr id="3" name="Marcador de contenido 2">
            <a:extLst>
              <a:ext uri="{FF2B5EF4-FFF2-40B4-BE49-F238E27FC236}">
                <a16:creationId xmlns:a16="http://schemas.microsoft.com/office/drawing/2014/main" id="{A4D39F04-D8C4-7B5F-8335-E331A61CD4DA}"/>
              </a:ext>
            </a:extLst>
          </p:cNvPr>
          <p:cNvSpPr txBox="1">
            <a:spLocks/>
          </p:cNvSpPr>
          <p:nvPr/>
        </p:nvSpPr>
        <p:spPr>
          <a:xfrm>
            <a:off x="1981200" y="1417638"/>
            <a:ext cx="4402832" cy="4939159"/>
          </a:xfrm>
          <a:prstGeom prst="rect">
            <a:avLst/>
          </a:prstGeom>
        </p:spPr>
        <p:txBody>
          <a:bodyPr>
            <a:noAutofit/>
          </a:bodyPr>
          <a:lstStyle>
            <a:lvl1pPr marL="342900" indent="-342900" algn="l" defTabSz="457200" rtl="0" eaLnBrk="1" latinLnBrk="0" hangingPunct="1">
              <a:spcBef>
                <a:spcPct val="20000"/>
              </a:spcBef>
              <a:buFont typeface="Arial"/>
              <a:buChar char="•"/>
              <a:defRPr sz="2400" kern="1200">
                <a:solidFill>
                  <a:schemeClr val="tx1"/>
                </a:solidFill>
                <a:latin typeface="+mn-lt"/>
                <a:ea typeface="+mn-ea"/>
                <a:cs typeface="Myriad Pro"/>
              </a:defRPr>
            </a:lvl1pPr>
            <a:lvl2pPr marL="742950" indent="-285750" algn="l" defTabSz="457200" rtl="0" eaLnBrk="1" latinLnBrk="0" hangingPunct="1">
              <a:spcBef>
                <a:spcPct val="20000"/>
              </a:spcBef>
              <a:buFont typeface="Arial"/>
              <a:buChar char="–"/>
              <a:defRPr sz="2000" kern="1200">
                <a:solidFill>
                  <a:schemeClr val="tx1"/>
                </a:solidFill>
                <a:latin typeface="+mn-lt"/>
                <a:ea typeface="+mn-ea"/>
                <a:cs typeface="Myriad Pro"/>
              </a:defRPr>
            </a:lvl2pPr>
            <a:lvl3pPr marL="1143000" indent="-228600" algn="l" defTabSz="457200" rtl="0" eaLnBrk="1" latinLnBrk="0" hangingPunct="1">
              <a:spcBef>
                <a:spcPct val="20000"/>
              </a:spcBef>
              <a:buFont typeface="Arial"/>
              <a:buChar char="•"/>
              <a:defRPr sz="1800" kern="1200">
                <a:solidFill>
                  <a:schemeClr val="tx1"/>
                </a:solidFill>
                <a:latin typeface="+mn-lt"/>
                <a:ea typeface="+mn-ea"/>
                <a:cs typeface="Myriad Pro"/>
              </a:defRPr>
            </a:lvl3pPr>
            <a:lvl4pPr marL="1600200" indent="-228600" algn="l" defTabSz="457200" rtl="0" eaLnBrk="1" latinLnBrk="0" hangingPunct="1">
              <a:spcBef>
                <a:spcPct val="20000"/>
              </a:spcBef>
              <a:buFont typeface="Arial"/>
              <a:buChar char="–"/>
              <a:defRPr sz="1600" kern="1200">
                <a:solidFill>
                  <a:schemeClr val="tx1"/>
                </a:solidFill>
                <a:latin typeface="+mn-lt"/>
                <a:ea typeface="+mn-ea"/>
                <a:cs typeface="Myriad Pro"/>
              </a:defRPr>
            </a:lvl4pPr>
            <a:lvl5pPr marL="2057400" indent="-228600" algn="l" defTabSz="457200" rtl="0" eaLnBrk="1" latinLnBrk="0" hangingPunct="1">
              <a:spcBef>
                <a:spcPct val="20000"/>
              </a:spcBef>
              <a:buFont typeface="Arial"/>
              <a:buChar char="»"/>
              <a:defRPr sz="1600" kern="1200">
                <a:solidFill>
                  <a:schemeClr val="tx1"/>
                </a:solidFill>
                <a:latin typeface="+mn-lt"/>
                <a:ea typeface="+mn-ea"/>
                <a:cs typeface="Myriad Pro"/>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buClr>
                <a:srgbClr val="FF0000"/>
              </a:buClr>
            </a:pPr>
            <a:endParaRPr lang="es-CL" sz="1800" dirty="0"/>
          </a:p>
        </p:txBody>
      </p:sp>
      <p:grpSp>
        <p:nvGrpSpPr>
          <p:cNvPr id="5" name="Agrupar 2">
            <a:extLst>
              <a:ext uri="{FF2B5EF4-FFF2-40B4-BE49-F238E27FC236}">
                <a16:creationId xmlns:a16="http://schemas.microsoft.com/office/drawing/2014/main" id="{CBADCFFF-A847-986E-F175-1EFA18894698}"/>
              </a:ext>
            </a:extLst>
          </p:cNvPr>
          <p:cNvGrpSpPr/>
          <p:nvPr/>
        </p:nvGrpSpPr>
        <p:grpSpPr>
          <a:xfrm>
            <a:off x="0" y="6470073"/>
            <a:ext cx="12192000" cy="387927"/>
            <a:chOff x="0" y="6470073"/>
            <a:chExt cx="12192000" cy="387927"/>
          </a:xfrm>
        </p:grpSpPr>
        <p:sp>
          <p:nvSpPr>
            <p:cNvPr id="6" name="Rectángulo 5">
              <a:extLst>
                <a:ext uri="{FF2B5EF4-FFF2-40B4-BE49-F238E27FC236}">
                  <a16:creationId xmlns:a16="http://schemas.microsoft.com/office/drawing/2014/main" id="{61E2BB95-20A0-287C-E6E0-D72760209C58}"/>
                </a:ext>
              </a:extLst>
            </p:cNvPr>
            <p:cNvSpPr/>
            <p:nvPr/>
          </p:nvSpPr>
          <p:spPr>
            <a:xfrm>
              <a:off x="0" y="6470073"/>
              <a:ext cx="6248400" cy="387927"/>
            </a:xfrm>
            <a:prstGeom prst="rect">
              <a:avLst/>
            </a:prstGeom>
            <a:solidFill>
              <a:srgbClr val="004C8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7" name="Rectángulo 6">
              <a:extLst>
                <a:ext uri="{FF2B5EF4-FFF2-40B4-BE49-F238E27FC236}">
                  <a16:creationId xmlns:a16="http://schemas.microsoft.com/office/drawing/2014/main" id="{9303E3CA-7B5F-8E61-9340-AB2261B728F1}"/>
                </a:ext>
              </a:extLst>
            </p:cNvPr>
            <p:cNvSpPr/>
            <p:nvPr/>
          </p:nvSpPr>
          <p:spPr>
            <a:xfrm>
              <a:off x="5943600" y="6761018"/>
              <a:ext cx="6248400" cy="96982"/>
            </a:xfrm>
            <a:prstGeom prst="rect">
              <a:avLst/>
            </a:prstGeom>
            <a:solidFill>
              <a:srgbClr val="004C8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grpSp>
      <p:pic>
        <p:nvPicPr>
          <p:cNvPr id="8" name="Imagen 7">
            <a:extLst>
              <a:ext uri="{FF2B5EF4-FFF2-40B4-BE49-F238E27FC236}">
                <a16:creationId xmlns:a16="http://schemas.microsoft.com/office/drawing/2014/main" id="{EA4D9AF8-9F41-197E-8940-6879CB7AD25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72124" y="575657"/>
            <a:ext cx="2486755" cy="865685"/>
          </a:xfrm>
          <a:prstGeom prst="rect">
            <a:avLst/>
          </a:prstGeom>
        </p:spPr>
      </p:pic>
      <p:pic>
        <p:nvPicPr>
          <p:cNvPr id="9" name="Imagen 8">
            <a:extLst>
              <a:ext uri="{FF2B5EF4-FFF2-40B4-BE49-F238E27FC236}">
                <a16:creationId xmlns:a16="http://schemas.microsoft.com/office/drawing/2014/main" id="{9853AC3E-52F5-7497-2D5D-5B4D9BBBD6E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61994" y="3607734"/>
            <a:ext cx="511809" cy="2862339"/>
          </a:xfrm>
          <a:prstGeom prst="rect">
            <a:avLst/>
          </a:prstGeom>
        </p:spPr>
      </p:pic>
      <p:sp>
        <p:nvSpPr>
          <p:cNvPr id="16" name="Marcador de contenido 15">
            <a:extLst>
              <a:ext uri="{FF2B5EF4-FFF2-40B4-BE49-F238E27FC236}">
                <a16:creationId xmlns:a16="http://schemas.microsoft.com/office/drawing/2014/main" id="{B2393986-C8BC-811C-E609-282FD96FD47C}"/>
              </a:ext>
            </a:extLst>
          </p:cNvPr>
          <p:cNvSpPr>
            <a:spLocks noGrp="1"/>
          </p:cNvSpPr>
          <p:nvPr>
            <p:ph idx="13"/>
          </p:nvPr>
        </p:nvSpPr>
        <p:spPr>
          <a:xfrm>
            <a:off x="609600" y="1600201"/>
            <a:ext cx="10213910" cy="4893576"/>
          </a:xfrm>
        </p:spPr>
        <p:txBody>
          <a:bodyPr/>
          <a:lstStyle/>
          <a:p>
            <a:pPr marL="0" indent="0" algn="just">
              <a:buNone/>
            </a:pPr>
            <a:endParaRPr lang="es-CL" dirty="0"/>
          </a:p>
        </p:txBody>
      </p:sp>
    </p:spTree>
    <p:extLst>
      <p:ext uri="{BB962C8B-B14F-4D97-AF65-F5344CB8AC3E}">
        <p14:creationId xmlns:p14="http://schemas.microsoft.com/office/powerpoint/2010/main" val="15687834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3AE594-EE21-5EF9-0F31-1A820ACD02E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DCBC00C-919D-6AF9-2C93-6226603BF7CA}"/>
              </a:ext>
            </a:extLst>
          </p:cNvPr>
          <p:cNvSpPr>
            <a:spLocks noGrp="1"/>
          </p:cNvSpPr>
          <p:nvPr>
            <p:ph type="title"/>
          </p:nvPr>
        </p:nvSpPr>
        <p:spPr/>
        <p:txBody>
          <a:bodyPr>
            <a:normAutofit/>
          </a:bodyPr>
          <a:lstStyle/>
          <a:p>
            <a:pPr algn="l"/>
            <a:r>
              <a:rPr lang="es-CL" dirty="0"/>
              <a:t>Software de sistemas</a:t>
            </a:r>
          </a:p>
        </p:txBody>
      </p:sp>
      <p:sp>
        <p:nvSpPr>
          <p:cNvPr id="3" name="Marcador de contenido 2">
            <a:extLst>
              <a:ext uri="{FF2B5EF4-FFF2-40B4-BE49-F238E27FC236}">
                <a16:creationId xmlns:a16="http://schemas.microsoft.com/office/drawing/2014/main" id="{83041D06-FEB5-4FE4-F072-4B571DEE13B5}"/>
              </a:ext>
            </a:extLst>
          </p:cNvPr>
          <p:cNvSpPr txBox="1">
            <a:spLocks/>
          </p:cNvSpPr>
          <p:nvPr/>
        </p:nvSpPr>
        <p:spPr>
          <a:xfrm>
            <a:off x="1981200" y="1417638"/>
            <a:ext cx="4402832" cy="4939159"/>
          </a:xfrm>
          <a:prstGeom prst="rect">
            <a:avLst/>
          </a:prstGeom>
        </p:spPr>
        <p:txBody>
          <a:bodyPr>
            <a:noAutofit/>
          </a:bodyPr>
          <a:lstStyle>
            <a:lvl1pPr marL="342900" indent="-342900" algn="l" defTabSz="457200" rtl="0" eaLnBrk="1" latinLnBrk="0" hangingPunct="1">
              <a:spcBef>
                <a:spcPct val="20000"/>
              </a:spcBef>
              <a:buFont typeface="Arial"/>
              <a:buChar char="•"/>
              <a:defRPr sz="2400" kern="1200">
                <a:solidFill>
                  <a:schemeClr val="tx1"/>
                </a:solidFill>
                <a:latin typeface="+mn-lt"/>
                <a:ea typeface="+mn-ea"/>
                <a:cs typeface="Myriad Pro"/>
              </a:defRPr>
            </a:lvl1pPr>
            <a:lvl2pPr marL="742950" indent="-285750" algn="l" defTabSz="457200" rtl="0" eaLnBrk="1" latinLnBrk="0" hangingPunct="1">
              <a:spcBef>
                <a:spcPct val="20000"/>
              </a:spcBef>
              <a:buFont typeface="Arial"/>
              <a:buChar char="–"/>
              <a:defRPr sz="2000" kern="1200">
                <a:solidFill>
                  <a:schemeClr val="tx1"/>
                </a:solidFill>
                <a:latin typeface="+mn-lt"/>
                <a:ea typeface="+mn-ea"/>
                <a:cs typeface="Myriad Pro"/>
              </a:defRPr>
            </a:lvl2pPr>
            <a:lvl3pPr marL="1143000" indent="-228600" algn="l" defTabSz="457200" rtl="0" eaLnBrk="1" latinLnBrk="0" hangingPunct="1">
              <a:spcBef>
                <a:spcPct val="20000"/>
              </a:spcBef>
              <a:buFont typeface="Arial"/>
              <a:buChar char="•"/>
              <a:defRPr sz="1800" kern="1200">
                <a:solidFill>
                  <a:schemeClr val="tx1"/>
                </a:solidFill>
                <a:latin typeface="+mn-lt"/>
                <a:ea typeface="+mn-ea"/>
                <a:cs typeface="Myriad Pro"/>
              </a:defRPr>
            </a:lvl3pPr>
            <a:lvl4pPr marL="1600200" indent="-228600" algn="l" defTabSz="457200" rtl="0" eaLnBrk="1" latinLnBrk="0" hangingPunct="1">
              <a:spcBef>
                <a:spcPct val="20000"/>
              </a:spcBef>
              <a:buFont typeface="Arial"/>
              <a:buChar char="–"/>
              <a:defRPr sz="1600" kern="1200">
                <a:solidFill>
                  <a:schemeClr val="tx1"/>
                </a:solidFill>
                <a:latin typeface="+mn-lt"/>
                <a:ea typeface="+mn-ea"/>
                <a:cs typeface="Myriad Pro"/>
              </a:defRPr>
            </a:lvl4pPr>
            <a:lvl5pPr marL="2057400" indent="-228600" algn="l" defTabSz="457200" rtl="0" eaLnBrk="1" latinLnBrk="0" hangingPunct="1">
              <a:spcBef>
                <a:spcPct val="20000"/>
              </a:spcBef>
              <a:buFont typeface="Arial"/>
              <a:buChar char="»"/>
              <a:defRPr sz="1600" kern="1200">
                <a:solidFill>
                  <a:schemeClr val="tx1"/>
                </a:solidFill>
                <a:latin typeface="+mn-lt"/>
                <a:ea typeface="+mn-ea"/>
                <a:cs typeface="Myriad Pro"/>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buClr>
                <a:srgbClr val="FF0000"/>
              </a:buClr>
            </a:pPr>
            <a:endParaRPr lang="es-CL" sz="1800" dirty="0"/>
          </a:p>
        </p:txBody>
      </p:sp>
      <p:grpSp>
        <p:nvGrpSpPr>
          <p:cNvPr id="5" name="Agrupar 2">
            <a:extLst>
              <a:ext uri="{FF2B5EF4-FFF2-40B4-BE49-F238E27FC236}">
                <a16:creationId xmlns:a16="http://schemas.microsoft.com/office/drawing/2014/main" id="{65BA4EE8-227E-6714-26E6-AB67FD3EC585}"/>
              </a:ext>
            </a:extLst>
          </p:cNvPr>
          <p:cNvGrpSpPr/>
          <p:nvPr/>
        </p:nvGrpSpPr>
        <p:grpSpPr>
          <a:xfrm>
            <a:off x="0" y="6470073"/>
            <a:ext cx="12192000" cy="387927"/>
            <a:chOff x="0" y="6470073"/>
            <a:chExt cx="12192000" cy="387927"/>
          </a:xfrm>
        </p:grpSpPr>
        <p:sp>
          <p:nvSpPr>
            <p:cNvPr id="6" name="Rectángulo 5">
              <a:extLst>
                <a:ext uri="{FF2B5EF4-FFF2-40B4-BE49-F238E27FC236}">
                  <a16:creationId xmlns:a16="http://schemas.microsoft.com/office/drawing/2014/main" id="{5BAEE067-4602-FD1B-B4F6-F74BC5B1FB82}"/>
                </a:ext>
              </a:extLst>
            </p:cNvPr>
            <p:cNvSpPr/>
            <p:nvPr/>
          </p:nvSpPr>
          <p:spPr>
            <a:xfrm>
              <a:off x="0" y="6470073"/>
              <a:ext cx="6248400" cy="387927"/>
            </a:xfrm>
            <a:prstGeom prst="rect">
              <a:avLst/>
            </a:prstGeom>
            <a:solidFill>
              <a:srgbClr val="004C8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7" name="Rectángulo 6">
              <a:extLst>
                <a:ext uri="{FF2B5EF4-FFF2-40B4-BE49-F238E27FC236}">
                  <a16:creationId xmlns:a16="http://schemas.microsoft.com/office/drawing/2014/main" id="{EC57E134-8F87-DC45-1280-43D8C2612F84}"/>
                </a:ext>
              </a:extLst>
            </p:cNvPr>
            <p:cNvSpPr/>
            <p:nvPr/>
          </p:nvSpPr>
          <p:spPr>
            <a:xfrm>
              <a:off x="5943600" y="6761018"/>
              <a:ext cx="6248400" cy="96982"/>
            </a:xfrm>
            <a:prstGeom prst="rect">
              <a:avLst/>
            </a:prstGeom>
            <a:solidFill>
              <a:srgbClr val="004C8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grpSp>
      <p:pic>
        <p:nvPicPr>
          <p:cNvPr id="8" name="Imagen 7">
            <a:extLst>
              <a:ext uri="{FF2B5EF4-FFF2-40B4-BE49-F238E27FC236}">
                <a16:creationId xmlns:a16="http://schemas.microsoft.com/office/drawing/2014/main" id="{1E1291C1-F45C-9287-C261-D33AFA0A69B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72124" y="575657"/>
            <a:ext cx="2486755" cy="865685"/>
          </a:xfrm>
          <a:prstGeom prst="rect">
            <a:avLst/>
          </a:prstGeom>
        </p:spPr>
      </p:pic>
      <p:pic>
        <p:nvPicPr>
          <p:cNvPr id="9" name="Imagen 8">
            <a:extLst>
              <a:ext uri="{FF2B5EF4-FFF2-40B4-BE49-F238E27FC236}">
                <a16:creationId xmlns:a16="http://schemas.microsoft.com/office/drawing/2014/main" id="{CF903A20-FC44-6899-B519-7A298A41C1D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61994" y="3607734"/>
            <a:ext cx="511809" cy="2862339"/>
          </a:xfrm>
          <a:prstGeom prst="rect">
            <a:avLst/>
          </a:prstGeom>
        </p:spPr>
      </p:pic>
      <p:sp>
        <p:nvSpPr>
          <p:cNvPr id="16" name="Marcador de contenido 15">
            <a:extLst>
              <a:ext uri="{FF2B5EF4-FFF2-40B4-BE49-F238E27FC236}">
                <a16:creationId xmlns:a16="http://schemas.microsoft.com/office/drawing/2014/main" id="{EE92DC0F-8B1A-729A-8D43-17BD53B0B71C}"/>
              </a:ext>
            </a:extLst>
          </p:cNvPr>
          <p:cNvSpPr>
            <a:spLocks noGrp="1"/>
          </p:cNvSpPr>
          <p:nvPr>
            <p:ph idx="13"/>
          </p:nvPr>
        </p:nvSpPr>
        <p:spPr>
          <a:xfrm>
            <a:off x="609600" y="1600201"/>
            <a:ext cx="10213910" cy="4893576"/>
          </a:xfrm>
        </p:spPr>
        <p:txBody>
          <a:bodyPr/>
          <a:lstStyle/>
          <a:p>
            <a:pPr algn="just"/>
            <a:r>
              <a:rPr lang="es-MX" dirty="0"/>
              <a:t>Conjunto de programas escritos para dar servicio a otros programas. </a:t>
            </a:r>
          </a:p>
          <a:p>
            <a:pPr algn="just"/>
            <a:r>
              <a:rPr lang="es-MX" dirty="0"/>
              <a:t>Ciertos software de sistemas (por ejemplo, compiladores, editores y herramientas para administrar archivos) procesa estructuras de información complejas pero deterministas. </a:t>
            </a:r>
          </a:p>
          <a:p>
            <a:pPr algn="just"/>
            <a:r>
              <a:rPr lang="es-MX" dirty="0"/>
              <a:t>Otras aplicaciones de sistemas (por ejemplo, componentes de sistemas operativos, manejadores, software de redes, procesadores de telecomunicaciones) procesan sobre todo datos indeterminados.</a:t>
            </a:r>
            <a:endParaRPr lang="es-CL" dirty="0"/>
          </a:p>
        </p:txBody>
      </p:sp>
    </p:spTree>
    <p:extLst>
      <p:ext uri="{BB962C8B-B14F-4D97-AF65-F5344CB8AC3E}">
        <p14:creationId xmlns:p14="http://schemas.microsoft.com/office/powerpoint/2010/main" val="3624924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AE120F-B7EB-4253-59AB-D91AF322F91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1489F89-A1F9-3BCC-0BD8-CEC2FB22D9B6}"/>
              </a:ext>
            </a:extLst>
          </p:cNvPr>
          <p:cNvSpPr>
            <a:spLocks noGrp="1"/>
          </p:cNvSpPr>
          <p:nvPr>
            <p:ph type="title"/>
          </p:nvPr>
        </p:nvSpPr>
        <p:spPr/>
        <p:txBody>
          <a:bodyPr>
            <a:normAutofit/>
          </a:bodyPr>
          <a:lstStyle/>
          <a:p>
            <a:pPr algn="l"/>
            <a:r>
              <a:rPr lang="es-CL" dirty="0"/>
              <a:t>Software de aplicación</a:t>
            </a:r>
          </a:p>
        </p:txBody>
      </p:sp>
      <p:sp>
        <p:nvSpPr>
          <p:cNvPr id="3" name="Marcador de contenido 2">
            <a:extLst>
              <a:ext uri="{FF2B5EF4-FFF2-40B4-BE49-F238E27FC236}">
                <a16:creationId xmlns:a16="http://schemas.microsoft.com/office/drawing/2014/main" id="{79EA993D-1504-9BD7-FB51-F2B7C7F90B2C}"/>
              </a:ext>
            </a:extLst>
          </p:cNvPr>
          <p:cNvSpPr txBox="1">
            <a:spLocks/>
          </p:cNvSpPr>
          <p:nvPr/>
        </p:nvSpPr>
        <p:spPr>
          <a:xfrm>
            <a:off x="1981200" y="1417638"/>
            <a:ext cx="4402832" cy="4939159"/>
          </a:xfrm>
          <a:prstGeom prst="rect">
            <a:avLst/>
          </a:prstGeom>
        </p:spPr>
        <p:txBody>
          <a:bodyPr>
            <a:noAutofit/>
          </a:bodyPr>
          <a:lstStyle>
            <a:lvl1pPr marL="342900" indent="-342900" algn="l" defTabSz="457200" rtl="0" eaLnBrk="1" latinLnBrk="0" hangingPunct="1">
              <a:spcBef>
                <a:spcPct val="20000"/>
              </a:spcBef>
              <a:buFont typeface="Arial"/>
              <a:buChar char="•"/>
              <a:defRPr sz="2400" kern="1200">
                <a:solidFill>
                  <a:schemeClr val="tx1"/>
                </a:solidFill>
                <a:latin typeface="+mn-lt"/>
                <a:ea typeface="+mn-ea"/>
                <a:cs typeface="Myriad Pro"/>
              </a:defRPr>
            </a:lvl1pPr>
            <a:lvl2pPr marL="742950" indent="-285750" algn="l" defTabSz="457200" rtl="0" eaLnBrk="1" latinLnBrk="0" hangingPunct="1">
              <a:spcBef>
                <a:spcPct val="20000"/>
              </a:spcBef>
              <a:buFont typeface="Arial"/>
              <a:buChar char="–"/>
              <a:defRPr sz="2000" kern="1200">
                <a:solidFill>
                  <a:schemeClr val="tx1"/>
                </a:solidFill>
                <a:latin typeface="+mn-lt"/>
                <a:ea typeface="+mn-ea"/>
                <a:cs typeface="Myriad Pro"/>
              </a:defRPr>
            </a:lvl2pPr>
            <a:lvl3pPr marL="1143000" indent="-228600" algn="l" defTabSz="457200" rtl="0" eaLnBrk="1" latinLnBrk="0" hangingPunct="1">
              <a:spcBef>
                <a:spcPct val="20000"/>
              </a:spcBef>
              <a:buFont typeface="Arial"/>
              <a:buChar char="•"/>
              <a:defRPr sz="1800" kern="1200">
                <a:solidFill>
                  <a:schemeClr val="tx1"/>
                </a:solidFill>
                <a:latin typeface="+mn-lt"/>
                <a:ea typeface="+mn-ea"/>
                <a:cs typeface="Myriad Pro"/>
              </a:defRPr>
            </a:lvl3pPr>
            <a:lvl4pPr marL="1600200" indent="-228600" algn="l" defTabSz="457200" rtl="0" eaLnBrk="1" latinLnBrk="0" hangingPunct="1">
              <a:spcBef>
                <a:spcPct val="20000"/>
              </a:spcBef>
              <a:buFont typeface="Arial"/>
              <a:buChar char="–"/>
              <a:defRPr sz="1600" kern="1200">
                <a:solidFill>
                  <a:schemeClr val="tx1"/>
                </a:solidFill>
                <a:latin typeface="+mn-lt"/>
                <a:ea typeface="+mn-ea"/>
                <a:cs typeface="Myriad Pro"/>
              </a:defRPr>
            </a:lvl4pPr>
            <a:lvl5pPr marL="2057400" indent="-228600" algn="l" defTabSz="457200" rtl="0" eaLnBrk="1" latinLnBrk="0" hangingPunct="1">
              <a:spcBef>
                <a:spcPct val="20000"/>
              </a:spcBef>
              <a:buFont typeface="Arial"/>
              <a:buChar char="»"/>
              <a:defRPr sz="1600" kern="1200">
                <a:solidFill>
                  <a:schemeClr val="tx1"/>
                </a:solidFill>
                <a:latin typeface="+mn-lt"/>
                <a:ea typeface="+mn-ea"/>
                <a:cs typeface="Myriad Pro"/>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buClr>
                <a:srgbClr val="FF0000"/>
              </a:buClr>
            </a:pPr>
            <a:endParaRPr lang="es-CL" sz="1800" dirty="0"/>
          </a:p>
        </p:txBody>
      </p:sp>
      <p:grpSp>
        <p:nvGrpSpPr>
          <p:cNvPr id="5" name="Agrupar 2">
            <a:extLst>
              <a:ext uri="{FF2B5EF4-FFF2-40B4-BE49-F238E27FC236}">
                <a16:creationId xmlns:a16="http://schemas.microsoft.com/office/drawing/2014/main" id="{566A5554-7470-C742-B319-69E66E0BF5B8}"/>
              </a:ext>
            </a:extLst>
          </p:cNvPr>
          <p:cNvGrpSpPr/>
          <p:nvPr/>
        </p:nvGrpSpPr>
        <p:grpSpPr>
          <a:xfrm>
            <a:off x="0" y="6470073"/>
            <a:ext cx="12192000" cy="387927"/>
            <a:chOff x="0" y="6470073"/>
            <a:chExt cx="12192000" cy="387927"/>
          </a:xfrm>
        </p:grpSpPr>
        <p:sp>
          <p:nvSpPr>
            <p:cNvPr id="6" name="Rectángulo 5">
              <a:extLst>
                <a:ext uri="{FF2B5EF4-FFF2-40B4-BE49-F238E27FC236}">
                  <a16:creationId xmlns:a16="http://schemas.microsoft.com/office/drawing/2014/main" id="{F3A5A790-972E-3AED-28E3-A4CDE27E8C22}"/>
                </a:ext>
              </a:extLst>
            </p:cNvPr>
            <p:cNvSpPr/>
            <p:nvPr/>
          </p:nvSpPr>
          <p:spPr>
            <a:xfrm>
              <a:off x="0" y="6470073"/>
              <a:ext cx="6248400" cy="387927"/>
            </a:xfrm>
            <a:prstGeom prst="rect">
              <a:avLst/>
            </a:prstGeom>
            <a:solidFill>
              <a:srgbClr val="004C8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7" name="Rectángulo 6">
              <a:extLst>
                <a:ext uri="{FF2B5EF4-FFF2-40B4-BE49-F238E27FC236}">
                  <a16:creationId xmlns:a16="http://schemas.microsoft.com/office/drawing/2014/main" id="{D640216E-8F24-6A23-B380-684D4BCA7BC2}"/>
                </a:ext>
              </a:extLst>
            </p:cNvPr>
            <p:cNvSpPr/>
            <p:nvPr/>
          </p:nvSpPr>
          <p:spPr>
            <a:xfrm>
              <a:off x="5943600" y="6761018"/>
              <a:ext cx="6248400" cy="96982"/>
            </a:xfrm>
            <a:prstGeom prst="rect">
              <a:avLst/>
            </a:prstGeom>
            <a:solidFill>
              <a:srgbClr val="004C8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grpSp>
      <p:pic>
        <p:nvPicPr>
          <p:cNvPr id="8" name="Imagen 7">
            <a:extLst>
              <a:ext uri="{FF2B5EF4-FFF2-40B4-BE49-F238E27FC236}">
                <a16:creationId xmlns:a16="http://schemas.microsoft.com/office/drawing/2014/main" id="{3459D1B5-7DBA-82CB-3AA2-235D06F8D21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72124" y="575657"/>
            <a:ext cx="2486755" cy="865685"/>
          </a:xfrm>
          <a:prstGeom prst="rect">
            <a:avLst/>
          </a:prstGeom>
        </p:spPr>
      </p:pic>
      <p:pic>
        <p:nvPicPr>
          <p:cNvPr id="9" name="Imagen 8">
            <a:extLst>
              <a:ext uri="{FF2B5EF4-FFF2-40B4-BE49-F238E27FC236}">
                <a16:creationId xmlns:a16="http://schemas.microsoft.com/office/drawing/2014/main" id="{9B5DF164-CDD2-909F-A3BA-269DD01B02F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61994" y="3607734"/>
            <a:ext cx="511809" cy="2862339"/>
          </a:xfrm>
          <a:prstGeom prst="rect">
            <a:avLst/>
          </a:prstGeom>
        </p:spPr>
      </p:pic>
      <p:sp>
        <p:nvSpPr>
          <p:cNvPr id="16" name="Marcador de contenido 15">
            <a:extLst>
              <a:ext uri="{FF2B5EF4-FFF2-40B4-BE49-F238E27FC236}">
                <a16:creationId xmlns:a16="http://schemas.microsoft.com/office/drawing/2014/main" id="{F33A4C04-18C9-6A07-DD1B-F65B9897B2E5}"/>
              </a:ext>
            </a:extLst>
          </p:cNvPr>
          <p:cNvSpPr>
            <a:spLocks noGrp="1"/>
          </p:cNvSpPr>
          <p:nvPr>
            <p:ph idx="13"/>
          </p:nvPr>
        </p:nvSpPr>
        <p:spPr>
          <a:xfrm>
            <a:off x="609600" y="1600201"/>
            <a:ext cx="10213910" cy="4893576"/>
          </a:xfrm>
        </p:spPr>
        <p:txBody>
          <a:bodyPr/>
          <a:lstStyle/>
          <a:p>
            <a:pPr algn="just"/>
            <a:r>
              <a:rPr lang="es-MX" dirty="0"/>
              <a:t>Programas independientes que resuelven una necesidad específica de negocios. Las aplicaciones en esta área procesan datos comerciales o técnicos en una forma que facilita las operaciones de negocios o la toma de decisiones administrativas o técnicas.</a:t>
            </a:r>
            <a:endParaRPr lang="es-CL" dirty="0"/>
          </a:p>
        </p:txBody>
      </p:sp>
    </p:spTree>
    <p:extLst>
      <p:ext uri="{BB962C8B-B14F-4D97-AF65-F5344CB8AC3E}">
        <p14:creationId xmlns:p14="http://schemas.microsoft.com/office/powerpoint/2010/main" val="24755363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40454A-45CC-7913-5BC9-95FDE0007AF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8E86727-CCDA-FABB-7D0C-59346D131426}"/>
              </a:ext>
            </a:extLst>
          </p:cNvPr>
          <p:cNvSpPr>
            <a:spLocks noGrp="1"/>
          </p:cNvSpPr>
          <p:nvPr>
            <p:ph type="title"/>
          </p:nvPr>
        </p:nvSpPr>
        <p:spPr/>
        <p:txBody>
          <a:bodyPr>
            <a:normAutofit fontScale="90000"/>
          </a:bodyPr>
          <a:lstStyle/>
          <a:p>
            <a:pPr algn="l"/>
            <a:r>
              <a:rPr lang="es-CL" dirty="0"/>
              <a:t>Software científico/de ingeniería</a:t>
            </a:r>
          </a:p>
        </p:txBody>
      </p:sp>
      <p:sp>
        <p:nvSpPr>
          <p:cNvPr id="3" name="Marcador de contenido 2">
            <a:extLst>
              <a:ext uri="{FF2B5EF4-FFF2-40B4-BE49-F238E27FC236}">
                <a16:creationId xmlns:a16="http://schemas.microsoft.com/office/drawing/2014/main" id="{99ECD84C-54A2-5E01-6FEA-C9515B86084E}"/>
              </a:ext>
            </a:extLst>
          </p:cNvPr>
          <p:cNvSpPr txBox="1">
            <a:spLocks/>
          </p:cNvSpPr>
          <p:nvPr/>
        </p:nvSpPr>
        <p:spPr>
          <a:xfrm>
            <a:off x="1981200" y="1417638"/>
            <a:ext cx="4402832" cy="4939159"/>
          </a:xfrm>
          <a:prstGeom prst="rect">
            <a:avLst/>
          </a:prstGeom>
        </p:spPr>
        <p:txBody>
          <a:bodyPr>
            <a:noAutofit/>
          </a:bodyPr>
          <a:lstStyle>
            <a:lvl1pPr marL="342900" indent="-342900" algn="l" defTabSz="457200" rtl="0" eaLnBrk="1" latinLnBrk="0" hangingPunct="1">
              <a:spcBef>
                <a:spcPct val="20000"/>
              </a:spcBef>
              <a:buFont typeface="Arial"/>
              <a:buChar char="•"/>
              <a:defRPr sz="2400" kern="1200">
                <a:solidFill>
                  <a:schemeClr val="tx1"/>
                </a:solidFill>
                <a:latin typeface="+mn-lt"/>
                <a:ea typeface="+mn-ea"/>
                <a:cs typeface="Myriad Pro"/>
              </a:defRPr>
            </a:lvl1pPr>
            <a:lvl2pPr marL="742950" indent="-285750" algn="l" defTabSz="457200" rtl="0" eaLnBrk="1" latinLnBrk="0" hangingPunct="1">
              <a:spcBef>
                <a:spcPct val="20000"/>
              </a:spcBef>
              <a:buFont typeface="Arial"/>
              <a:buChar char="–"/>
              <a:defRPr sz="2000" kern="1200">
                <a:solidFill>
                  <a:schemeClr val="tx1"/>
                </a:solidFill>
                <a:latin typeface="+mn-lt"/>
                <a:ea typeface="+mn-ea"/>
                <a:cs typeface="Myriad Pro"/>
              </a:defRPr>
            </a:lvl2pPr>
            <a:lvl3pPr marL="1143000" indent="-228600" algn="l" defTabSz="457200" rtl="0" eaLnBrk="1" latinLnBrk="0" hangingPunct="1">
              <a:spcBef>
                <a:spcPct val="20000"/>
              </a:spcBef>
              <a:buFont typeface="Arial"/>
              <a:buChar char="•"/>
              <a:defRPr sz="1800" kern="1200">
                <a:solidFill>
                  <a:schemeClr val="tx1"/>
                </a:solidFill>
                <a:latin typeface="+mn-lt"/>
                <a:ea typeface="+mn-ea"/>
                <a:cs typeface="Myriad Pro"/>
              </a:defRPr>
            </a:lvl3pPr>
            <a:lvl4pPr marL="1600200" indent="-228600" algn="l" defTabSz="457200" rtl="0" eaLnBrk="1" latinLnBrk="0" hangingPunct="1">
              <a:spcBef>
                <a:spcPct val="20000"/>
              </a:spcBef>
              <a:buFont typeface="Arial"/>
              <a:buChar char="–"/>
              <a:defRPr sz="1600" kern="1200">
                <a:solidFill>
                  <a:schemeClr val="tx1"/>
                </a:solidFill>
                <a:latin typeface="+mn-lt"/>
                <a:ea typeface="+mn-ea"/>
                <a:cs typeface="Myriad Pro"/>
              </a:defRPr>
            </a:lvl4pPr>
            <a:lvl5pPr marL="2057400" indent="-228600" algn="l" defTabSz="457200" rtl="0" eaLnBrk="1" latinLnBrk="0" hangingPunct="1">
              <a:spcBef>
                <a:spcPct val="20000"/>
              </a:spcBef>
              <a:buFont typeface="Arial"/>
              <a:buChar char="»"/>
              <a:defRPr sz="1600" kern="1200">
                <a:solidFill>
                  <a:schemeClr val="tx1"/>
                </a:solidFill>
                <a:latin typeface="+mn-lt"/>
                <a:ea typeface="+mn-ea"/>
                <a:cs typeface="Myriad Pro"/>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buClr>
                <a:srgbClr val="FF0000"/>
              </a:buClr>
            </a:pPr>
            <a:endParaRPr lang="es-CL" sz="1800" dirty="0"/>
          </a:p>
        </p:txBody>
      </p:sp>
      <p:grpSp>
        <p:nvGrpSpPr>
          <p:cNvPr id="5" name="Agrupar 2">
            <a:extLst>
              <a:ext uri="{FF2B5EF4-FFF2-40B4-BE49-F238E27FC236}">
                <a16:creationId xmlns:a16="http://schemas.microsoft.com/office/drawing/2014/main" id="{194B0660-078C-4237-E079-7F1FBAD6321A}"/>
              </a:ext>
            </a:extLst>
          </p:cNvPr>
          <p:cNvGrpSpPr/>
          <p:nvPr/>
        </p:nvGrpSpPr>
        <p:grpSpPr>
          <a:xfrm>
            <a:off x="0" y="6470073"/>
            <a:ext cx="12192000" cy="387927"/>
            <a:chOff x="0" y="6470073"/>
            <a:chExt cx="12192000" cy="387927"/>
          </a:xfrm>
        </p:grpSpPr>
        <p:sp>
          <p:nvSpPr>
            <p:cNvPr id="6" name="Rectángulo 5">
              <a:extLst>
                <a:ext uri="{FF2B5EF4-FFF2-40B4-BE49-F238E27FC236}">
                  <a16:creationId xmlns:a16="http://schemas.microsoft.com/office/drawing/2014/main" id="{A661D039-D823-DD6C-C191-9E851557A059}"/>
                </a:ext>
              </a:extLst>
            </p:cNvPr>
            <p:cNvSpPr/>
            <p:nvPr/>
          </p:nvSpPr>
          <p:spPr>
            <a:xfrm>
              <a:off x="0" y="6470073"/>
              <a:ext cx="6248400" cy="387927"/>
            </a:xfrm>
            <a:prstGeom prst="rect">
              <a:avLst/>
            </a:prstGeom>
            <a:solidFill>
              <a:srgbClr val="004C8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7" name="Rectángulo 6">
              <a:extLst>
                <a:ext uri="{FF2B5EF4-FFF2-40B4-BE49-F238E27FC236}">
                  <a16:creationId xmlns:a16="http://schemas.microsoft.com/office/drawing/2014/main" id="{2C9AFC59-32C0-C017-1EB0-284429966EAA}"/>
                </a:ext>
              </a:extLst>
            </p:cNvPr>
            <p:cNvSpPr/>
            <p:nvPr/>
          </p:nvSpPr>
          <p:spPr>
            <a:xfrm>
              <a:off x="5943600" y="6761018"/>
              <a:ext cx="6248400" cy="96982"/>
            </a:xfrm>
            <a:prstGeom prst="rect">
              <a:avLst/>
            </a:prstGeom>
            <a:solidFill>
              <a:srgbClr val="004C8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grpSp>
      <p:pic>
        <p:nvPicPr>
          <p:cNvPr id="8" name="Imagen 7">
            <a:extLst>
              <a:ext uri="{FF2B5EF4-FFF2-40B4-BE49-F238E27FC236}">
                <a16:creationId xmlns:a16="http://schemas.microsoft.com/office/drawing/2014/main" id="{5198AF9B-5564-468E-986E-4028495FFDC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72124" y="575657"/>
            <a:ext cx="2486755" cy="865685"/>
          </a:xfrm>
          <a:prstGeom prst="rect">
            <a:avLst/>
          </a:prstGeom>
        </p:spPr>
      </p:pic>
      <p:pic>
        <p:nvPicPr>
          <p:cNvPr id="9" name="Imagen 8">
            <a:extLst>
              <a:ext uri="{FF2B5EF4-FFF2-40B4-BE49-F238E27FC236}">
                <a16:creationId xmlns:a16="http://schemas.microsoft.com/office/drawing/2014/main" id="{17239C5C-326D-11A4-C232-B6436C6005D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61994" y="3607734"/>
            <a:ext cx="511809" cy="2862339"/>
          </a:xfrm>
          <a:prstGeom prst="rect">
            <a:avLst/>
          </a:prstGeom>
        </p:spPr>
      </p:pic>
      <p:sp>
        <p:nvSpPr>
          <p:cNvPr id="16" name="Marcador de contenido 15">
            <a:extLst>
              <a:ext uri="{FF2B5EF4-FFF2-40B4-BE49-F238E27FC236}">
                <a16:creationId xmlns:a16="http://schemas.microsoft.com/office/drawing/2014/main" id="{76AF6B33-9078-5502-599C-06471F73FB16}"/>
              </a:ext>
            </a:extLst>
          </p:cNvPr>
          <p:cNvSpPr>
            <a:spLocks noGrp="1"/>
          </p:cNvSpPr>
          <p:nvPr>
            <p:ph idx="13"/>
          </p:nvPr>
        </p:nvSpPr>
        <p:spPr>
          <a:xfrm>
            <a:off x="609600" y="1600201"/>
            <a:ext cx="10213910" cy="4893576"/>
          </a:xfrm>
        </p:spPr>
        <p:txBody>
          <a:bodyPr/>
          <a:lstStyle/>
          <a:p>
            <a:pPr algn="just"/>
            <a:r>
              <a:rPr lang="es-MX" dirty="0"/>
              <a:t>Son un amplio conjunto de programas científicos de "cálculos numéricos". Las aplicaciones van desde la astronomía a la vulcanología, de la biología molecular a la manufactura automatizada.</a:t>
            </a:r>
          </a:p>
        </p:txBody>
      </p:sp>
    </p:spTree>
    <p:extLst>
      <p:ext uri="{BB962C8B-B14F-4D97-AF65-F5344CB8AC3E}">
        <p14:creationId xmlns:p14="http://schemas.microsoft.com/office/powerpoint/2010/main" val="15692877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CB696B-BBA8-6EFE-4F58-F6770FE9793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A113A31-F745-DF1F-B956-EE413CE74E98}"/>
              </a:ext>
            </a:extLst>
          </p:cNvPr>
          <p:cNvSpPr>
            <a:spLocks noGrp="1"/>
          </p:cNvSpPr>
          <p:nvPr>
            <p:ph type="title"/>
          </p:nvPr>
        </p:nvSpPr>
        <p:spPr/>
        <p:txBody>
          <a:bodyPr>
            <a:normAutofit/>
          </a:bodyPr>
          <a:lstStyle/>
          <a:p>
            <a:pPr algn="l"/>
            <a:r>
              <a:rPr lang="es-CL" dirty="0"/>
              <a:t>Software integrado</a:t>
            </a:r>
          </a:p>
        </p:txBody>
      </p:sp>
      <p:sp>
        <p:nvSpPr>
          <p:cNvPr id="3" name="Marcador de contenido 2">
            <a:extLst>
              <a:ext uri="{FF2B5EF4-FFF2-40B4-BE49-F238E27FC236}">
                <a16:creationId xmlns:a16="http://schemas.microsoft.com/office/drawing/2014/main" id="{1371AA3B-967E-8DC6-F432-43342408EE3E}"/>
              </a:ext>
            </a:extLst>
          </p:cNvPr>
          <p:cNvSpPr txBox="1">
            <a:spLocks/>
          </p:cNvSpPr>
          <p:nvPr/>
        </p:nvSpPr>
        <p:spPr>
          <a:xfrm>
            <a:off x="1981200" y="1417638"/>
            <a:ext cx="4402832" cy="4939159"/>
          </a:xfrm>
          <a:prstGeom prst="rect">
            <a:avLst/>
          </a:prstGeom>
        </p:spPr>
        <p:txBody>
          <a:bodyPr>
            <a:noAutofit/>
          </a:bodyPr>
          <a:lstStyle>
            <a:lvl1pPr marL="342900" indent="-342900" algn="l" defTabSz="457200" rtl="0" eaLnBrk="1" latinLnBrk="0" hangingPunct="1">
              <a:spcBef>
                <a:spcPct val="20000"/>
              </a:spcBef>
              <a:buFont typeface="Arial"/>
              <a:buChar char="•"/>
              <a:defRPr sz="2400" kern="1200">
                <a:solidFill>
                  <a:schemeClr val="tx1"/>
                </a:solidFill>
                <a:latin typeface="+mn-lt"/>
                <a:ea typeface="+mn-ea"/>
                <a:cs typeface="Myriad Pro"/>
              </a:defRPr>
            </a:lvl1pPr>
            <a:lvl2pPr marL="742950" indent="-285750" algn="l" defTabSz="457200" rtl="0" eaLnBrk="1" latinLnBrk="0" hangingPunct="1">
              <a:spcBef>
                <a:spcPct val="20000"/>
              </a:spcBef>
              <a:buFont typeface="Arial"/>
              <a:buChar char="–"/>
              <a:defRPr sz="2000" kern="1200">
                <a:solidFill>
                  <a:schemeClr val="tx1"/>
                </a:solidFill>
                <a:latin typeface="+mn-lt"/>
                <a:ea typeface="+mn-ea"/>
                <a:cs typeface="Myriad Pro"/>
              </a:defRPr>
            </a:lvl2pPr>
            <a:lvl3pPr marL="1143000" indent="-228600" algn="l" defTabSz="457200" rtl="0" eaLnBrk="1" latinLnBrk="0" hangingPunct="1">
              <a:spcBef>
                <a:spcPct val="20000"/>
              </a:spcBef>
              <a:buFont typeface="Arial"/>
              <a:buChar char="•"/>
              <a:defRPr sz="1800" kern="1200">
                <a:solidFill>
                  <a:schemeClr val="tx1"/>
                </a:solidFill>
                <a:latin typeface="+mn-lt"/>
                <a:ea typeface="+mn-ea"/>
                <a:cs typeface="Myriad Pro"/>
              </a:defRPr>
            </a:lvl3pPr>
            <a:lvl4pPr marL="1600200" indent="-228600" algn="l" defTabSz="457200" rtl="0" eaLnBrk="1" latinLnBrk="0" hangingPunct="1">
              <a:spcBef>
                <a:spcPct val="20000"/>
              </a:spcBef>
              <a:buFont typeface="Arial"/>
              <a:buChar char="–"/>
              <a:defRPr sz="1600" kern="1200">
                <a:solidFill>
                  <a:schemeClr val="tx1"/>
                </a:solidFill>
                <a:latin typeface="+mn-lt"/>
                <a:ea typeface="+mn-ea"/>
                <a:cs typeface="Myriad Pro"/>
              </a:defRPr>
            </a:lvl4pPr>
            <a:lvl5pPr marL="2057400" indent="-228600" algn="l" defTabSz="457200" rtl="0" eaLnBrk="1" latinLnBrk="0" hangingPunct="1">
              <a:spcBef>
                <a:spcPct val="20000"/>
              </a:spcBef>
              <a:buFont typeface="Arial"/>
              <a:buChar char="»"/>
              <a:defRPr sz="1600" kern="1200">
                <a:solidFill>
                  <a:schemeClr val="tx1"/>
                </a:solidFill>
                <a:latin typeface="+mn-lt"/>
                <a:ea typeface="+mn-ea"/>
                <a:cs typeface="Myriad Pro"/>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buClr>
                <a:srgbClr val="FF0000"/>
              </a:buClr>
            </a:pPr>
            <a:endParaRPr lang="es-CL" sz="1800" dirty="0"/>
          </a:p>
        </p:txBody>
      </p:sp>
      <p:grpSp>
        <p:nvGrpSpPr>
          <p:cNvPr id="5" name="Agrupar 2">
            <a:extLst>
              <a:ext uri="{FF2B5EF4-FFF2-40B4-BE49-F238E27FC236}">
                <a16:creationId xmlns:a16="http://schemas.microsoft.com/office/drawing/2014/main" id="{105F7952-3BEC-9BF3-7806-0E62462419C5}"/>
              </a:ext>
            </a:extLst>
          </p:cNvPr>
          <p:cNvGrpSpPr/>
          <p:nvPr/>
        </p:nvGrpSpPr>
        <p:grpSpPr>
          <a:xfrm>
            <a:off x="0" y="6470073"/>
            <a:ext cx="12192000" cy="387927"/>
            <a:chOff x="0" y="6470073"/>
            <a:chExt cx="12192000" cy="387927"/>
          </a:xfrm>
        </p:grpSpPr>
        <p:sp>
          <p:nvSpPr>
            <p:cNvPr id="6" name="Rectángulo 5">
              <a:extLst>
                <a:ext uri="{FF2B5EF4-FFF2-40B4-BE49-F238E27FC236}">
                  <a16:creationId xmlns:a16="http://schemas.microsoft.com/office/drawing/2014/main" id="{7B911FF6-6544-B29E-4F2E-F3E1DB82AD73}"/>
                </a:ext>
              </a:extLst>
            </p:cNvPr>
            <p:cNvSpPr/>
            <p:nvPr/>
          </p:nvSpPr>
          <p:spPr>
            <a:xfrm>
              <a:off x="0" y="6470073"/>
              <a:ext cx="6248400" cy="387927"/>
            </a:xfrm>
            <a:prstGeom prst="rect">
              <a:avLst/>
            </a:prstGeom>
            <a:solidFill>
              <a:srgbClr val="004C8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7" name="Rectángulo 6">
              <a:extLst>
                <a:ext uri="{FF2B5EF4-FFF2-40B4-BE49-F238E27FC236}">
                  <a16:creationId xmlns:a16="http://schemas.microsoft.com/office/drawing/2014/main" id="{F0A15F6A-B346-A436-CCC3-C50769565468}"/>
                </a:ext>
              </a:extLst>
            </p:cNvPr>
            <p:cNvSpPr/>
            <p:nvPr/>
          </p:nvSpPr>
          <p:spPr>
            <a:xfrm>
              <a:off x="5943600" y="6761018"/>
              <a:ext cx="6248400" cy="96982"/>
            </a:xfrm>
            <a:prstGeom prst="rect">
              <a:avLst/>
            </a:prstGeom>
            <a:solidFill>
              <a:srgbClr val="004C8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grpSp>
      <p:pic>
        <p:nvPicPr>
          <p:cNvPr id="8" name="Imagen 7">
            <a:extLst>
              <a:ext uri="{FF2B5EF4-FFF2-40B4-BE49-F238E27FC236}">
                <a16:creationId xmlns:a16="http://schemas.microsoft.com/office/drawing/2014/main" id="{2EE4A63B-347A-93AF-F326-D522EF80CE4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72124" y="575657"/>
            <a:ext cx="2486755" cy="865685"/>
          </a:xfrm>
          <a:prstGeom prst="rect">
            <a:avLst/>
          </a:prstGeom>
        </p:spPr>
      </p:pic>
      <p:pic>
        <p:nvPicPr>
          <p:cNvPr id="9" name="Imagen 8">
            <a:extLst>
              <a:ext uri="{FF2B5EF4-FFF2-40B4-BE49-F238E27FC236}">
                <a16:creationId xmlns:a16="http://schemas.microsoft.com/office/drawing/2014/main" id="{1B93F5D6-013D-3FE8-39E6-1554B988648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61994" y="3607734"/>
            <a:ext cx="511809" cy="2862339"/>
          </a:xfrm>
          <a:prstGeom prst="rect">
            <a:avLst/>
          </a:prstGeom>
        </p:spPr>
      </p:pic>
      <p:sp>
        <p:nvSpPr>
          <p:cNvPr id="16" name="Marcador de contenido 15">
            <a:extLst>
              <a:ext uri="{FF2B5EF4-FFF2-40B4-BE49-F238E27FC236}">
                <a16:creationId xmlns:a16="http://schemas.microsoft.com/office/drawing/2014/main" id="{01227F28-1C16-8FFA-B197-C4F5E674A2C2}"/>
              </a:ext>
            </a:extLst>
          </p:cNvPr>
          <p:cNvSpPr>
            <a:spLocks noGrp="1"/>
          </p:cNvSpPr>
          <p:nvPr>
            <p:ph idx="13"/>
          </p:nvPr>
        </p:nvSpPr>
        <p:spPr>
          <a:xfrm>
            <a:off x="609600" y="1600201"/>
            <a:ext cx="10213910" cy="4893576"/>
          </a:xfrm>
        </p:spPr>
        <p:txBody>
          <a:bodyPr/>
          <a:lstStyle/>
          <a:p>
            <a:pPr algn="just"/>
            <a:r>
              <a:rPr lang="es-MX" dirty="0"/>
              <a:t>Reside dentro de un producto o sistema y se usa para implementar y controlar características y funciones para el usuario final y para el sistema en sí. El software incrustado ejecuta funciones limitadas y particulares (por ejemplo, control del tablero de un horno de microondas).</a:t>
            </a:r>
            <a:endParaRPr lang="es-CL" dirty="0"/>
          </a:p>
        </p:txBody>
      </p:sp>
    </p:spTree>
    <p:extLst>
      <p:ext uri="{BB962C8B-B14F-4D97-AF65-F5344CB8AC3E}">
        <p14:creationId xmlns:p14="http://schemas.microsoft.com/office/powerpoint/2010/main" val="15531294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DA1FFF-3C6D-61C5-DE12-378B08D9C2A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616B823-108A-8295-EFA2-DB295678FACD}"/>
              </a:ext>
            </a:extLst>
          </p:cNvPr>
          <p:cNvSpPr>
            <a:spLocks noGrp="1"/>
          </p:cNvSpPr>
          <p:nvPr>
            <p:ph type="title"/>
          </p:nvPr>
        </p:nvSpPr>
        <p:spPr/>
        <p:txBody>
          <a:bodyPr>
            <a:normAutofit fontScale="90000"/>
          </a:bodyPr>
          <a:lstStyle/>
          <a:p>
            <a:pPr algn="l"/>
            <a:r>
              <a:rPr lang="es-MX" dirty="0"/>
              <a:t>Software de línea de productos</a:t>
            </a:r>
            <a:endParaRPr lang="es-CL" dirty="0"/>
          </a:p>
        </p:txBody>
      </p:sp>
      <p:sp>
        <p:nvSpPr>
          <p:cNvPr id="3" name="Marcador de contenido 2">
            <a:extLst>
              <a:ext uri="{FF2B5EF4-FFF2-40B4-BE49-F238E27FC236}">
                <a16:creationId xmlns:a16="http://schemas.microsoft.com/office/drawing/2014/main" id="{CFBA3852-65ED-1E4B-3DFB-35192FD58C0F}"/>
              </a:ext>
            </a:extLst>
          </p:cNvPr>
          <p:cNvSpPr txBox="1">
            <a:spLocks/>
          </p:cNvSpPr>
          <p:nvPr/>
        </p:nvSpPr>
        <p:spPr>
          <a:xfrm>
            <a:off x="1981200" y="1417638"/>
            <a:ext cx="4402832" cy="4939159"/>
          </a:xfrm>
          <a:prstGeom prst="rect">
            <a:avLst/>
          </a:prstGeom>
        </p:spPr>
        <p:txBody>
          <a:bodyPr>
            <a:noAutofit/>
          </a:bodyPr>
          <a:lstStyle>
            <a:lvl1pPr marL="342900" indent="-342900" algn="l" defTabSz="457200" rtl="0" eaLnBrk="1" latinLnBrk="0" hangingPunct="1">
              <a:spcBef>
                <a:spcPct val="20000"/>
              </a:spcBef>
              <a:buFont typeface="Arial"/>
              <a:buChar char="•"/>
              <a:defRPr sz="2400" kern="1200">
                <a:solidFill>
                  <a:schemeClr val="tx1"/>
                </a:solidFill>
                <a:latin typeface="+mn-lt"/>
                <a:ea typeface="+mn-ea"/>
                <a:cs typeface="Myriad Pro"/>
              </a:defRPr>
            </a:lvl1pPr>
            <a:lvl2pPr marL="742950" indent="-285750" algn="l" defTabSz="457200" rtl="0" eaLnBrk="1" latinLnBrk="0" hangingPunct="1">
              <a:spcBef>
                <a:spcPct val="20000"/>
              </a:spcBef>
              <a:buFont typeface="Arial"/>
              <a:buChar char="–"/>
              <a:defRPr sz="2000" kern="1200">
                <a:solidFill>
                  <a:schemeClr val="tx1"/>
                </a:solidFill>
                <a:latin typeface="+mn-lt"/>
                <a:ea typeface="+mn-ea"/>
                <a:cs typeface="Myriad Pro"/>
              </a:defRPr>
            </a:lvl2pPr>
            <a:lvl3pPr marL="1143000" indent="-228600" algn="l" defTabSz="457200" rtl="0" eaLnBrk="1" latinLnBrk="0" hangingPunct="1">
              <a:spcBef>
                <a:spcPct val="20000"/>
              </a:spcBef>
              <a:buFont typeface="Arial"/>
              <a:buChar char="•"/>
              <a:defRPr sz="1800" kern="1200">
                <a:solidFill>
                  <a:schemeClr val="tx1"/>
                </a:solidFill>
                <a:latin typeface="+mn-lt"/>
                <a:ea typeface="+mn-ea"/>
                <a:cs typeface="Myriad Pro"/>
              </a:defRPr>
            </a:lvl3pPr>
            <a:lvl4pPr marL="1600200" indent="-228600" algn="l" defTabSz="457200" rtl="0" eaLnBrk="1" latinLnBrk="0" hangingPunct="1">
              <a:spcBef>
                <a:spcPct val="20000"/>
              </a:spcBef>
              <a:buFont typeface="Arial"/>
              <a:buChar char="–"/>
              <a:defRPr sz="1600" kern="1200">
                <a:solidFill>
                  <a:schemeClr val="tx1"/>
                </a:solidFill>
                <a:latin typeface="+mn-lt"/>
                <a:ea typeface="+mn-ea"/>
                <a:cs typeface="Myriad Pro"/>
              </a:defRPr>
            </a:lvl4pPr>
            <a:lvl5pPr marL="2057400" indent="-228600" algn="l" defTabSz="457200" rtl="0" eaLnBrk="1" latinLnBrk="0" hangingPunct="1">
              <a:spcBef>
                <a:spcPct val="20000"/>
              </a:spcBef>
              <a:buFont typeface="Arial"/>
              <a:buChar char="»"/>
              <a:defRPr sz="1600" kern="1200">
                <a:solidFill>
                  <a:schemeClr val="tx1"/>
                </a:solidFill>
                <a:latin typeface="+mn-lt"/>
                <a:ea typeface="+mn-ea"/>
                <a:cs typeface="Myriad Pro"/>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buClr>
                <a:srgbClr val="FF0000"/>
              </a:buClr>
            </a:pPr>
            <a:endParaRPr lang="es-CL" sz="1800" dirty="0"/>
          </a:p>
        </p:txBody>
      </p:sp>
      <p:grpSp>
        <p:nvGrpSpPr>
          <p:cNvPr id="5" name="Agrupar 2">
            <a:extLst>
              <a:ext uri="{FF2B5EF4-FFF2-40B4-BE49-F238E27FC236}">
                <a16:creationId xmlns:a16="http://schemas.microsoft.com/office/drawing/2014/main" id="{0E13AB78-1C95-0F06-1D19-C94C72B1E05C}"/>
              </a:ext>
            </a:extLst>
          </p:cNvPr>
          <p:cNvGrpSpPr/>
          <p:nvPr/>
        </p:nvGrpSpPr>
        <p:grpSpPr>
          <a:xfrm>
            <a:off x="0" y="6470073"/>
            <a:ext cx="12192000" cy="387927"/>
            <a:chOff x="0" y="6470073"/>
            <a:chExt cx="12192000" cy="387927"/>
          </a:xfrm>
        </p:grpSpPr>
        <p:sp>
          <p:nvSpPr>
            <p:cNvPr id="6" name="Rectángulo 5">
              <a:extLst>
                <a:ext uri="{FF2B5EF4-FFF2-40B4-BE49-F238E27FC236}">
                  <a16:creationId xmlns:a16="http://schemas.microsoft.com/office/drawing/2014/main" id="{7348EB93-55BE-3EB3-9572-A0DF34A882F8}"/>
                </a:ext>
              </a:extLst>
            </p:cNvPr>
            <p:cNvSpPr/>
            <p:nvPr/>
          </p:nvSpPr>
          <p:spPr>
            <a:xfrm>
              <a:off x="0" y="6470073"/>
              <a:ext cx="6248400" cy="387927"/>
            </a:xfrm>
            <a:prstGeom prst="rect">
              <a:avLst/>
            </a:prstGeom>
            <a:solidFill>
              <a:srgbClr val="004C8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7" name="Rectángulo 6">
              <a:extLst>
                <a:ext uri="{FF2B5EF4-FFF2-40B4-BE49-F238E27FC236}">
                  <a16:creationId xmlns:a16="http://schemas.microsoft.com/office/drawing/2014/main" id="{BB94D204-695D-8D7C-BDBD-1041216E70CD}"/>
                </a:ext>
              </a:extLst>
            </p:cNvPr>
            <p:cNvSpPr/>
            <p:nvPr/>
          </p:nvSpPr>
          <p:spPr>
            <a:xfrm>
              <a:off x="5943600" y="6761018"/>
              <a:ext cx="6248400" cy="96982"/>
            </a:xfrm>
            <a:prstGeom prst="rect">
              <a:avLst/>
            </a:prstGeom>
            <a:solidFill>
              <a:srgbClr val="004C8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grpSp>
      <p:pic>
        <p:nvPicPr>
          <p:cNvPr id="8" name="Imagen 7">
            <a:extLst>
              <a:ext uri="{FF2B5EF4-FFF2-40B4-BE49-F238E27FC236}">
                <a16:creationId xmlns:a16="http://schemas.microsoft.com/office/drawing/2014/main" id="{4450E7DD-9A0C-E629-2463-54C62B3301F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72124" y="575657"/>
            <a:ext cx="2486755" cy="865685"/>
          </a:xfrm>
          <a:prstGeom prst="rect">
            <a:avLst/>
          </a:prstGeom>
        </p:spPr>
      </p:pic>
      <p:pic>
        <p:nvPicPr>
          <p:cNvPr id="9" name="Imagen 8">
            <a:extLst>
              <a:ext uri="{FF2B5EF4-FFF2-40B4-BE49-F238E27FC236}">
                <a16:creationId xmlns:a16="http://schemas.microsoft.com/office/drawing/2014/main" id="{D7A942C6-2262-67CA-E35E-8988A3D4DDD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61994" y="3607734"/>
            <a:ext cx="511809" cy="2862339"/>
          </a:xfrm>
          <a:prstGeom prst="rect">
            <a:avLst/>
          </a:prstGeom>
        </p:spPr>
      </p:pic>
      <p:sp>
        <p:nvSpPr>
          <p:cNvPr id="16" name="Marcador de contenido 15">
            <a:extLst>
              <a:ext uri="{FF2B5EF4-FFF2-40B4-BE49-F238E27FC236}">
                <a16:creationId xmlns:a16="http://schemas.microsoft.com/office/drawing/2014/main" id="{907318D1-88FE-BF4A-0F42-9162BD4179EA}"/>
              </a:ext>
            </a:extLst>
          </p:cNvPr>
          <p:cNvSpPr>
            <a:spLocks noGrp="1"/>
          </p:cNvSpPr>
          <p:nvPr>
            <p:ph idx="13"/>
          </p:nvPr>
        </p:nvSpPr>
        <p:spPr>
          <a:xfrm>
            <a:off x="609600" y="1600201"/>
            <a:ext cx="10213910" cy="4893576"/>
          </a:xfrm>
        </p:spPr>
        <p:txBody>
          <a:bodyPr/>
          <a:lstStyle/>
          <a:p>
            <a:pPr algn="just"/>
            <a:r>
              <a:rPr lang="es-MX" dirty="0"/>
              <a:t>Consiste en componentes reutilizables y esta diseñado para proveer las capacidades especificas que puedan usar muchos clientes distintos. Puede enfocarse en un mercado limitado y particular (por ejemplo, control del inventario de productos) o se dirige a mercados masivos de consumidores.</a:t>
            </a:r>
          </a:p>
        </p:txBody>
      </p:sp>
    </p:spTree>
    <p:extLst>
      <p:ext uri="{BB962C8B-B14F-4D97-AF65-F5344CB8AC3E}">
        <p14:creationId xmlns:p14="http://schemas.microsoft.com/office/powerpoint/2010/main" val="1857208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02F360-6698-BDD2-34ED-232FC5274BC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57DB6D2-71C5-BF46-FAD5-1D131D082545}"/>
              </a:ext>
            </a:extLst>
          </p:cNvPr>
          <p:cNvSpPr>
            <a:spLocks noGrp="1"/>
          </p:cNvSpPr>
          <p:nvPr>
            <p:ph type="title"/>
          </p:nvPr>
        </p:nvSpPr>
        <p:spPr/>
        <p:txBody>
          <a:bodyPr>
            <a:normAutofit/>
          </a:bodyPr>
          <a:lstStyle/>
          <a:p>
            <a:pPr algn="l"/>
            <a:r>
              <a:rPr lang="es-CL" dirty="0"/>
              <a:t>Aplicaciones web/móviles</a:t>
            </a:r>
          </a:p>
        </p:txBody>
      </p:sp>
      <p:sp>
        <p:nvSpPr>
          <p:cNvPr id="3" name="Marcador de contenido 2">
            <a:extLst>
              <a:ext uri="{FF2B5EF4-FFF2-40B4-BE49-F238E27FC236}">
                <a16:creationId xmlns:a16="http://schemas.microsoft.com/office/drawing/2014/main" id="{E3D74AB9-CE8E-0185-9CE0-7DC235CFDC4D}"/>
              </a:ext>
            </a:extLst>
          </p:cNvPr>
          <p:cNvSpPr txBox="1">
            <a:spLocks/>
          </p:cNvSpPr>
          <p:nvPr/>
        </p:nvSpPr>
        <p:spPr>
          <a:xfrm>
            <a:off x="1981200" y="1417638"/>
            <a:ext cx="4402832" cy="4939159"/>
          </a:xfrm>
          <a:prstGeom prst="rect">
            <a:avLst/>
          </a:prstGeom>
        </p:spPr>
        <p:txBody>
          <a:bodyPr>
            <a:noAutofit/>
          </a:bodyPr>
          <a:lstStyle>
            <a:lvl1pPr marL="342900" indent="-342900" algn="l" defTabSz="457200" rtl="0" eaLnBrk="1" latinLnBrk="0" hangingPunct="1">
              <a:spcBef>
                <a:spcPct val="20000"/>
              </a:spcBef>
              <a:buFont typeface="Arial"/>
              <a:buChar char="•"/>
              <a:defRPr sz="2400" kern="1200">
                <a:solidFill>
                  <a:schemeClr val="tx1"/>
                </a:solidFill>
                <a:latin typeface="+mn-lt"/>
                <a:ea typeface="+mn-ea"/>
                <a:cs typeface="Myriad Pro"/>
              </a:defRPr>
            </a:lvl1pPr>
            <a:lvl2pPr marL="742950" indent="-285750" algn="l" defTabSz="457200" rtl="0" eaLnBrk="1" latinLnBrk="0" hangingPunct="1">
              <a:spcBef>
                <a:spcPct val="20000"/>
              </a:spcBef>
              <a:buFont typeface="Arial"/>
              <a:buChar char="–"/>
              <a:defRPr sz="2000" kern="1200">
                <a:solidFill>
                  <a:schemeClr val="tx1"/>
                </a:solidFill>
                <a:latin typeface="+mn-lt"/>
                <a:ea typeface="+mn-ea"/>
                <a:cs typeface="Myriad Pro"/>
              </a:defRPr>
            </a:lvl2pPr>
            <a:lvl3pPr marL="1143000" indent="-228600" algn="l" defTabSz="457200" rtl="0" eaLnBrk="1" latinLnBrk="0" hangingPunct="1">
              <a:spcBef>
                <a:spcPct val="20000"/>
              </a:spcBef>
              <a:buFont typeface="Arial"/>
              <a:buChar char="•"/>
              <a:defRPr sz="1800" kern="1200">
                <a:solidFill>
                  <a:schemeClr val="tx1"/>
                </a:solidFill>
                <a:latin typeface="+mn-lt"/>
                <a:ea typeface="+mn-ea"/>
                <a:cs typeface="Myriad Pro"/>
              </a:defRPr>
            </a:lvl3pPr>
            <a:lvl4pPr marL="1600200" indent="-228600" algn="l" defTabSz="457200" rtl="0" eaLnBrk="1" latinLnBrk="0" hangingPunct="1">
              <a:spcBef>
                <a:spcPct val="20000"/>
              </a:spcBef>
              <a:buFont typeface="Arial"/>
              <a:buChar char="–"/>
              <a:defRPr sz="1600" kern="1200">
                <a:solidFill>
                  <a:schemeClr val="tx1"/>
                </a:solidFill>
                <a:latin typeface="+mn-lt"/>
                <a:ea typeface="+mn-ea"/>
                <a:cs typeface="Myriad Pro"/>
              </a:defRPr>
            </a:lvl4pPr>
            <a:lvl5pPr marL="2057400" indent="-228600" algn="l" defTabSz="457200" rtl="0" eaLnBrk="1" latinLnBrk="0" hangingPunct="1">
              <a:spcBef>
                <a:spcPct val="20000"/>
              </a:spcBef>
              <a:buFont typeface="Arial"/>
              <a:buChar char="»"/>
              <a:defRPr sz="1600" kern="1200">
                <a:solidFill>
                  <a:schemeClr val="tx1"/>
                </a:solidFill>
                <a:latin typeface="+mn-lt"/>
                <a:ea typeface="+mn-ea"/>
                <a:cs typeface="Myriad Pro"/>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buClr>
                <a:srgbClr val="FF0000"/>
              </a:buClr>
            </a:pPr>
            <a:endParaRPr lang="es-CL" sz="1800" dirty="0"/>
          </a:p>
        </p:txBody>
      </p:sp>
      <p:grpSp>
        <p:nvGrpSpPr>
          <p:cNvPr id="5" name="Agrupar 2">
            <a:extLst>
              <a:ext uri="{FF2B5EF4-FFF2-40B4-BE49-F238E27FC236}">
                <a16:creationId xmlns:a16="http://schemas.microsoft.com/office/drawing/2014/main" id="{BFC42BF3-861A-FC00-B074-D066B74E4A3F}"/>
              </a:ext>
            </a:extLst>
          </p:cNvPr>
          <p:cNvGrpSpPr/>
          <p:nvPr/>
        </p:nvGrpSpPr>
        <p:grpSpPr>
          <a:xfrm>
            <a:off x="0" y="6470073"/>
            <a:ext cx="12192000" cy="387927"/>
            <a:chOff x="0" y="6470073"/>
            <a:chExt cx="12192000" cy="387927"/>
          </a:xfrm>
        </p:grpSpPr>
        <p:sp>
          <p:nvSpPr>
            <p:cNvPr id="6" name="Rectángulo 5">
              <a:extLst>
                <a:ext uri="{FF2B5EF4-FFF2-40B4-BE49-F238E27FC236}">
                  <a16:creationId xmlns:a16="http://schemas.microsoft.com/office/drawing/2014/main" id="{F335B3FD-5214-E3C2-3456-EDC6A80B46DB}"/>
                </a:ext>
              </a:extLst>
            </p:cNvPr>
            <p:cNvSpPr/>
            <p:nvPr/>
          </p:nvSpPr>
          <p:spPr>
            <a:xfrm>
              <a:off x="0" y="6470073"/>
              <a:ext cx="6248400" cy="387927"/>
            </a:xfrm>
            <a:prstGeom prst="rect">
              <a:avLst/>
            </a:prstGeom>
            <a:solidFill>
              <a:srgbClr val="004C8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7" name="Rectángulo 6">
              <a:extLst>
                <a:ext uri="{FF2B5EF4-FFF2-40B4-BE49-F238E27FC236}">
                  <a16:creationId xmlns:a16="http://schemas.microsoft.com/office/drawing/2014/main" id="{E91AA18B-E7FF-946A-661C-061B189117E2}"/>
                </a:ext>
              </a:extLst>
            </p:cNvPr>
            <p:cNvSpPr/>
            <p:nvPr/>
          </p:nvSpPr>
          <p:spPr>
            <a:xfrm>
              <a:off x="5943600" y="6761018"/>
              <a:ext cx="6248400" cy="96982"/>
            </a:xfrm>
            <a:prstGeom prst="rect">
              <a:avLst/>
            </a:prstGeom>
            <a:solidFill>
              <a:srgbClr val="004C8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grpSp>
      <p:pic>
        <p:nvPicPr>
          <p:cNvPr id="8" name="Imagen 7">
            <a:extLst>
              <a:ext uri="{FF2B5EF4-FFF2-40B4-BE49-F238E27FC236}">
                <a16:creationId xmlns:a16="http://schemas.microsoft.com/office/drawing/2014/main" id="{2186E58F-4821-AE12-0201-0649AA657FC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72124" y="575657"/>
            <a:ext cx="2486755" cy="865685"/>
          </a:xfrm>
          <a:prstGeom prst="rect">
            <a:avLst/>
          </a:prstGeom>
        </p:spPr>
      </p:pic>
      <p:pic>
        <p:nvPicPr>
          <p:cNvPr id="9" name="Imagen 8">
            <a:extLst>
              <a:ext uri="{FF2B5EF4-FFF2-40B4-BE49-F238E27FC236}">
                <a16:creationId xmlns:a16="http://schemas.microsoft.com/office/drawing/2014/main" id="{25CC6AFD-6C9E-7FF3-100F-5E93EDB8289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61994" y="3607734"/>
            <a:ext cx="511809" cy="2862339"/>
          </a:xfrm>
          <a:prstGeom prst="rect">
            <a:avLst/>
          </a:prstGeom>
        </p:spPr>
      </p:pic>
      <p:sp>
        <p:nvSpPr>
          <p:cNvPr id="16" name="Marcador de contenido 15">
            <a:extLst>
              <a:ext uri="{FF2B5EF4-FFF2-40B4-BE49-F238E27FC236}">
                <a16:creationId xmlns:a16="http://schemas.microsoft.com/office/drawing/2014/main" id="{80472320-75F1-7DD2-B098-003708925EC4}"/>
              </a:ext>
            </a:extLst>
          </p:cNvPr>
          <p:cNvSpPr>
            <a:spLocks noGrp="1"/>
          </p:cNvSpPr>
          <p:nvPr>
            <p:ph idx="13"/>
          </p:nvPr>
        </p:nvSpPr>
        <p:spPr>
          <a:xfrm>
            <a:off x="609600" y="1600201"/>
            <a:ext cx="10213910" cy="4893576"/>
          </a:xfrm>
        </p:spPr>
        <p:txBody>
          <a:bodyPr/>
          <a:lstStyle/>
          <a:p>
            <a:pPr algn="just"/>
            <a:r>
              <a:rPr lang="es-MX" dirty="0"/>
              <a:t>Esta categoría de software esta centrada en las redes cubre una amplia gama de aplicaciones y abarca las aplicaciones basadas en el navegador, la computación en la nube, la computación basada en servicios y el software que reside en los dispositivos móviles.</a:t>
            </a:r>
          </a:p>
        </p:txBody>
      </p:sp>
    </p:spTree>
    <p:extLst>
      <p:ext uri="{BB962C8B-B14F-4D97-AF65-F5344CB8AC3E}">
        <p14:creationId xmlns:p14="http://schemas.microsoft.com/office/powerpoint/2010/main" val="3161270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F3B1AB-32EB-4A17-AEA6-541010B9CA4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D597BD9-CAA4-DD1C-BA1B-AE7576A1472F}"/>
              </a:ext>
            </a:extLst>
          </p:cNvPr>
          <p:cNvSpPr>
            <a:spLocks noGrp="1"/>
          </p:cNvSpPr>
          <p:nvPr>
            <p:ph type="title"/>
          </p:nvPr>
        </p:nvSpPr>
        <p:spPr/>
        <p:txBody>
          <a:bodyPr>
            <a:normAutofit fontScale="90000"/>
          </a:bodyPr>
          <a:lstStyle/>
          <a:p>
            <a:pPr algn="l"/>
            <a:r>
              <a:rPr lang="es-CL" dirty="0"/>
              <a:t>Software de inteligencia artificial</a:t>
            </a:r>
          </a:p>
        </p:txBody>
      </p:sp>
      <p:sp>
        <p:nvSpPr>
          <p:cNvPr id="3" name="Marcador de contenido 2">
            <a:extLst>
              <a:ext uri="{FF2B5EF4-FFF2-40B4-BE49-F238E27FC236}">
                <a16:creationId xmlns:a16="http://schemas.microsoft.com/office/drawing/2014/main" id="{410D4871-4BC1-02A4-4358-2F032DC52816}"/>
              </a:ext>
            </a:extLst>
          </p:cNvPr>
          <p:cNvSpPr txBox="1">
            <a:spLocks/>
          </p:cNvSpPr>
          <p:nvPr/>
        </p:nvSpPr>
        <p:spPr>
          <a:xfrm>
            <a:off x="1981200" y="1417638"/>
            <a:ext cx="4402832" cy="4939159"/>
          </a:xfrm>
          <a:prstGeom prst="rect">
            <a:avLst/>
          </a:prstGeom>
        </p:spPr>
        <p:txBody>
          <a:bodyPr>
            <a:noAutofit/>
          </a:bodyPr>
          <a:lstStyle>
            <a:lvl1pPr marL="342900" indent="-342900" algn="l" defTabSz="457200" rtl="0" eaLnBrk="1" latinLnBrk="0" hangingPunct="1">
              <a:spcBef>
                <a:spcPct val="20000"/>
              </a:spcBef>
              <a:buFont typeface="Arial"/>
              <a:buChar char="•"/>
              <a:defRPr sz="2400" kern="1200">
                <a:solidFill>
                  <a:schemeClr val="tx1"/>
                </a:solidFill>
                <a:latin typeface="+mn-lt"/>
                <a:ea typeface="+mn-ea"/>
                <a:cs typeface="Myriad Pro"/>
              </a:defRPr>
            </a:lvl1pPr>
            <a:lvl2pPr marL="742950" indent="-285750" algn="l" defTabSz="457200" rtl="0" eaLnBrk="1" latinLnBrk="0" hangingPunct="1">
              <a:spcBef>
                <a:spcPct val="20000"/>
              </a:spcBef>
              <a:buFont typeface="Arial"/>
              <a:buChar char="–"/>
              <a:defRPr sz="2000" kern="1200">
                <a:solidFill>
                  <a:schemeClr val="tx1"/>
                </a:solidFill>
                <a:latin typeface="+mn-lt"/>
                <a:ea typeface="+mn-ea"/>
                <a:cs typeface="Myriad Pro"/>
              </a:defRPr>
            </a:lvl2pPr>
            <a:lvl3pPr marL="1143000" indent="-228600" algn="l" defTabSz="457200" rtl="0" eaLnBrk="1" latinLnBrk="0" hangingPunct="1">
              <a:spcBef>
                <a:spcPct val="20000"/>
              </a:spcBef>
              <a:buFont typeface="Arial"/>
              <a:buChar char="•"/>
              <a:defRPr sz="1800" kern="1200">
                <a:solidFill>
                  <a:schemeClr val="tx1"/>
                </a:solidFill>
                <a:latin typeface="+mn-lt"/>
                <a:ea typeface="+mn-ea"/>
                <a:cs typeface="Myriad Pro"/>
              </a:defRPr>
            </a:lvl3pPr>
            <a:lvl4pPr marL="1600200" indent="-228600" algn="l" defTabSz="457200" rtl="0" eaLnBrk="1" latinLnBrk="0" hangingPunct="1">
              <a:spcBef>
                <a:spcPct val="20000"/>
              </a:spcBef>
              <a:buFont typeface="Arial"/>
              <a:buChar char="–"/>
              <a:defRPr sz="1600" kern="1200">
                <a:solidFill>
                  <a:schemeClr val="tx1"/>
                </a:solidFill>
                <a:latin typeface="+mn-lt"/>
                <a:ea typeface="+mn-ea"/>
                <a:cs typeface="Myriad Pro"/>
              </a:defRPr>
            </a:lvl4pPr>
            <a:lvl5pPr marL="2057400" indent="-228600" algn="l" defTabSz="457200" rtl="0" eaLnBrk="1" latinLnBrk="0" hangingPunct="1">
              <a:spcBef>
                <a:spcPct val="20000"/>
              </a:spcBef>
              <a:buFont typeface="Arial"/>
              <a:buChar char="»"/>
              <a:defRPr sz="1600" kern="1200">
                <a:solidFill>
                  <a:schemeClr val="tx1"/>
                </a:solidFill>
                <a:latin typeface="+mn-lt"/>
                <a:ea typeface="+mn-ea"/>
                <a:cs typeface="Myriad Pro"/>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buClr>
                <a:srgbClr val="FF0000"/>
              </a:buClr>
            </a:pPr>
            <a:endParaRPr lang="es-CL" sz="1800" dirty="0"/>
          </a:p>
        </p:txBody>
      </p:sp>
      <p:grpSp>
        <p:nvGrpSpPr>
          <p:cNvPr id="5" name="Agrupar 2">
            <a:extLst>
              <a:ext uri="{FF2B5EF4-FFF2-40B4-BE49-F238E27FC236}">
                <a16:creationId xmlns:a16="http://schemas.microsoft.com/office/drawing/2014/main" id="{104C07AB-4F4B-BD11-3365-C8B2DF2EB64B}"/>
              </a:ext>
            </a:extLst>
          </p:cNvPr>
          <p:cNvGrpSpPr/>
          <p:nvPr/>
        </p:nvGrpSpPr>
        <p:grpSpPr>
          <a:xfrm>
            <a:off x="0" y="6470073"/>
            <a:ext cx="12192000" cy="387927"/>
            <a:chOff x="0" y="6470073"/>
            <a:chExt cx="12192000" cy="387927"/>
          </a:xfrm>
        </p:grpSpPr>
        <p:sp>
          <p:nvSpPr>
            <p:cNvPr id="6" name="Rectángulo 5">
              <a:extLst>
                <a:ext uri="{FF2B5EF4-FFF2-40B4-BE49-F238E27FC236}">
                  <a16:creationId xmlns:a16="http://schemas.microsoft.com/office/drawing/2014/main" id="{B4A70362-AF93-2908-5093-DDE9C79A96D6}"/>
                </a:ext>
              </a:extLst>
            </p:cNvPr>
            <p:cNvSpPr/>
            <p:nvPr/>
          </p:nvSpPr>
          <p:spPr>
            <a:xfrm>
              <a:off x="0" y="6470073"/>
              <a:ext cx="6248400" cy="387927"/>
            </a:xfrm>
            <a:prstGeom prst="rect">
              <a:avLst/>
            </a:prstGeom>
            <a:solidFill>
              <a:srgbClr val="004C8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7" name="Rectángulo 6">
              <a:extLst>
                <a:ext uri="{FF2B5EF4-FFF2-40B4-BE49-F238E27FC236}">
                  <a16:creationId xmlns:a16="http://schemas.microsoft.com/office/drawing/2014/main" id="{D1C0DE86-CEA6-11F0-F045-DB1306F7CEAE}"/>
                </a:ext>
              </a:extLst>
            </p:cNvPr>
            <p:cNvSpPr/>
            <p:nvPr/>
          </p:nvSpPr>
          <p:spPr>
            <a:xfrm>
              <a:off x="5943600" y="6761018"/>
              <a:ext cx="6248400" cy="96982"/>
            </a:xfrm>
            <a:prstGeom prst="rect">
              <a:avLst/>
            </a:prstGeom>
            <a:solidFill>
              <a:srgbClr val="004C8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grpSp>
      <p:pic>
        <p:nvPicPr>
          <p:cNvPr id="8" name="Imagen 7">
            <a:extLst>
              <a:ext uri="{FF2B5EF4-FFF2-40B4-BE49-F238E27FC236}">
                <a16:creationId xmlns:a16="http://schemas.microsoft.com/office/drawing/2014/main" id="{AEC4C9CE-8572-4970-56E3-7CA2BD0815D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72124" y="575657"/>
            <a:ext cx="2486755" cy="865685"/>
          </a:xfrm>
          <a:prstGeom prst="rect">
            <a:avLst/>
          </a:prstGeom>
        </p:spPr>
      </p:pic>
      <p:pic>
        <p:nvPicPr>
          <p:cNvPr id="9" name="Imagen 8">
            <a:extLst>
              <a:ext uri="{FF2B5EF4-FFF2-40B4-BE49-F238E27FC236}">
                <a16:creationId xmlns:a16="http://schemas.microsoft.com/office/drawing/2014/main" id="{9D772702-B705-C554-8E6E-264430B981B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61994" y="3607734"/>
            <a:ext cx="511809" cy="2862339"/>
          </a:xfrm>
          <a:prstGeom prst="rect">
            <a:avLst/>
          </a:prstGeom>
        </p:spPr>
      </p:pic>
      <p:sp>
        <p:nvSpPr>
          <p:cNvPr id="16" name="Marcador de contenido 15">
            <a:extLst>
              <a:ext uri="{FF2B5EF4-FFF2-40B4-BE49-F238E27FC236}">
                <a16:creationId xmlns:a16="http://schemas.microsoft.com/office/drawing/2014/main" id="{6EAB4188-0BC6-89FD-AE84-47E1BAC87D27}"/>
              </a:ext>
            </a:extLst>
          </p:cNvPr>
          <p:cNvSpPr>
            <a:spLocks noGrp="1"/>
          </p:cNvSpPr>
          <p:nvPr>
            <p:ph idx="13"/>
          </p:nvPr>
        </p:nvSpPr>
        <p:spPr>
          <a:xfrm>
            <a:off x="609600" y="1600201"/>
            <a:ext cx="10213910" cy="4893576"/>
          </a:xfrm>
        </p:spPr>
        <p:txBody>
          <a:bodyPr/>
          <a:lstStyle/>
          <a:p>
            <a:pPr algn="just"/>
            <a:r>
              <a:rPr lang="es-MX" dirty="0"/>
              <a:t>Utiliza la heurística para resolver problemas complejos que no son fáciles de tratar computacionalmente o con el análisis directo. Las aplicaciones en esta área incluyen robótica, sistemas expertos, reconocimiento de patrones (imagen y voz), redes neurales artificiales, demostración de teoremas y videojuegos.</a:t>
            </a:r>
            <a:endParaRPr lang="es-CL" dirty="0"/>
          </a:p>
        </p:txBody>
      </p:sp>
    </p:spTree>
    <p:extLst>
      <p:ext uri="{BB962C8B-B14F-4D97-AF65-F5344CB8AC3E}">
        <p14:creationId xmlns:p14="http://schemas.microsoft.com/office/powerpoint/2010/main" val="24926557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61F33F-7160-E824-A164-9C2BE3F84BE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8AB8CDE-BDF4-F8F9-48D2-BB25E3282F63}"/>
              </a:ext>
            </a:extLst>
          </p:cNvPr>
          <p:cNvSpPr>
            <a:spLocks noGrp="1"/>
          </p:cNvSpPr>
          <p:nvPr>
            <p:ph type="title"/>
          </p:nvPr>
        </p:nvSpPr>
        <p:spPr/>
        <p:txBody>
          <a:bodyPr>
            <a:normAutofit/>
          </a:bodyPr>
          <a:lstStyle/>
          <a:p>
            <a:pPr algn="l"/>
            <a:r>
              <a:rPr lang="es-CL" dirty="0"/>
              <a:t>Software Heredado</a:t>
            </a:r>
          </a:p>
        </p:txBody>
      </p:sp>
      <p:sp>
        <p:nvSpPr>
          <p:cNvPr id="3" name="Marcador de contenido 2">
            <a:extLst>
              <a:ext uri="{FF2B5EF4-FFF2-40B4-BE49-F238E27FC236}">
                <a16:creationId xmlns:a16="http://schemas.microsoft.com/office/drawing/2014/main" id="{9768E5DD-377C-660E-7E94-562298300C35}"/>
              </a:ext>
            </a:extLst>
          </p:cNvPr>
          <p:cNvSpPr txBox="1">
            <a:spLocks/>
          </p:cNvSpPr>
          <p:nvPr/>
        </p:nvSpPr>
        <p:spPr>
          <a:xfrm>
            <a:off x="1981200" y="1417638"/>
            <a:ext cx="4402832" cy="4939159"/>
          </a:xfrm>
          <a:prstGeom prst="rect">
            <a:avLst/>
          </a:prstGeom>
        </p:spPr>
        <p:txBody>
          <a:bodyPr>
            <a:noAutofit/>
          </a:bodyPr>
          <a:lstStyle>
            <a:lvl1pPr marL="342900" indent="-342900" algn="l" defTabSz="457200" rtl="0" eaLnBrk="1" latinLnBrk="0" hangingPunct="1">
              <a:spcBef>
                <a:spcPct val="20000"/>
              </a:spcBef>
              <a:buFont typeface="Arial"/>
              <a:buChar char="•"/>
              <a:defRPr sz="2400" kern="1200">
                <a:solidFill>
                  <a:schemeClr val="tx1"/>
                </a:solidFill>
                <a:latin typeface="+mn-lt"/>
                <a:ea typeface="+mn-ea"/>
                <a:cs typeface="Myriad Pro"/>
              </a:defRPr>
            </a:lvl1pPr>
            <a:lvl2pPr marL="742950" indent="-285750" algn="l" defTabSz="457200" rtl="0" eaLnBrk="1" latinLnBrk="0" hangingPunct="1">
              <a:spcBef>
                <a:spcPct val="20000"/>
              </a:spcBef>
              <a:buFont typeface="Arial"/>
              <a:buChar char="–"/>
              <a:defRPr sz="2000" kern="1200">
                <a:solidFill>
                  <a:schemeClr val="tx1"/>
                </a:solidFill>
                <a:latin typeface="+mn-lt"/>
                <a:ea typeface="+mn-ea"/>
                <a:cs typeface="Myriad Pro"/>
              </a:defRPr>
            </a:lvl2pPr>
            <a:lvl3pPr marL="1143000" indent="-228600" algn="l" defTabSz="457200" rtl="0" eaLnBrk="1" latinLnBrk="0" hangingPunct="1">
              <a:spcBef>
                <a:spcPct val="20000"/>
              </a:spcBef>
              <a:buFont typeface="Arial"/>
              <a:buChar char="•"/>
              <a:defRPr sz="1800" kern="1200">
                <a:solidFill>
                  <a:schemeClr val="tx1"/>
                </a:solidFill>
                <a:latin typeface="+mn-lt"/>
                <a:ea typeface="+mn-ea"/>
                <a:cs typeface="Myriad Pro"/>
              </a:defRPr>
            </a:lvl3pPr>
            <a:lvl4pPr marL="1600200" indent="-228600" algn="l" defTabSz="457200" rtl="0" eaLnBrk="1" latinLnBrk="0" hangingPunct="1">
              <a:spcBef>
                <a:spcPct val="20000"/>
              </a:spcBef>
              <a:buFont typeface="Arial"/>
              <a:buChar char="–"/>
              <a:defRPr sz="1600" kern="1200">
                <a:solidFill>
                  <a:schemeClr val="tx1"/>
                </a:solidFill>
                <a:latin typeface="+mn-lt"/>
                <a:ea typeface="+mn-ea"/>
                <a:cs typeface="Myriad Pro"/>
              </a:defRPr>
            </a:lvl4pPr>
            <a:lvl5pPr marL="2057400" indent="-228600" algn="l" defTabSz="457200" rtl="0" eaLnBrk="1" latinLnBrk="0" hangingPunct="1">
              <a:spcBef>
                <a:spcPct val="20000"/>
              </a:spcBef>
              <a:buFont typeface="Arial"/>
              <a:buChar char="»"/>
              <a:defRPr sz="1600" kern="1200">
                <a:solidFill>
                  <a:schemeClr val="tx1"/>
                </a:solidFill>
                <a:latin typeface="+mn-lt"/>
                <a:ea typeface="+mn-ea"/>
                <a:cs typeface="Myriad Pro"/>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buClr>
                <a:srgbClr val="FF0000"/>
              </a:buClr>
            </a:pPr>
            <a:endParaRPr lang="es-CL" sz="1800" dirty="0"/>
          </a:p>
        </p:txBody>
      </p:sp>
      <p:grpSp>
        <p:nvGrpSpPr>
          <p:cNvPr id="5" name="Agrupar 2">
            <a:extLst>
              <a:ext uri="{FF2B5EF4-FFF2-40B4-BE49-F238E27FC236}">
                <a16:creationId xmlns:a16="http://schemas.microsoft.com/office/drawing/2014/main" id="{92510FEA-9E56-C412-0B52-0D61E4C519DD}"/>
              </a:ext>
            </a:extLst>
          </p:cNvPr>
          <p:cNvGrpSpPr/>
          <p:nvPr/>
        </p:nvGrpSpPr>
        <p:grpSpPr>
          <a:xfrm>
            <a:off x="0" y="6470073"/>
            <a:ext cx="12192000" cy="387927"/>
            <a:chOff x="0" y="6470073"/>
            <a:chExt cx="12192000" cy="387927"/>
          </a:xfrm>
        </p:grpSpPr>
        <p:sp>
          <p:nvSpPr>
            <p:cNvPr id="6" name="Rectángulo 5">
              <a:extLst>
                <a:ext uri="{FF2B5EF4-FFF2-40B4-BE49-F238E27FC236}">
                  <a16:creationId xmlns:a16="http://schemas.microsoft.com/office/drawing/2014/main" id="{9B480E03-1BA1-3F4D-6B6C-9027C2C33128}"/>
                </a:ext>
              </a:extLst>
            </p:cNvPr>
            <p:cNvSpPr/>
            <p:nvPr/>
          </p:nvSpPr>
          <p:spPr>
            <a:xfrm>
              <a:off x="0" y="6470073"/>
              <a:ext cx="6248400" cy="387927"/>
            </a:xfrm>
            <a:prstGeom prst="rect">
              <a:avLst/>
            </a:prstGeom>
            <a:solidFill>
              <a:srgbClr val="004C8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7" name="Rectángulo 6">
              <a:extLst>
                <a:ext uri="{FF2B5EF4-FFF2-40B4-BE49-F238E27FC236}">
                  <a16:creationId xmlns:a16="http://schemas.microsoft.com/office/drawing/2014/main" id="{81EE9DAF-1BC8-81D1-0DE2-4B134C8553B2}"/>
                </a:ext>
              </a:extLst>
            </p:cNvPr>
            <p:cNvSpPr/>
            <p:nvPr/>
          </p:nvSpPr>
          <p:spPr>
            <a:xfrm>
              <a:off x="5943600" y="6761018"/>
              <a:ext cx="6248400" cy="96982"/>
            </a:xfrm>
            <a:prstGeom prst="rect">
              <a:avLst/>
            </a:prstGeom>
            <a:solidFill>
              <a:srgbClr val="004C8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grpSp>
      <p:pic>
        <p:nvPicPr>
          <p:cNvPr id="8" name="Imagen 7">
            <a:extLst>
              <a:ext uri="{FF2B5EF4-FFF2-40B4-BE49-F238E27FC236}">
                <a16:creationId xmlns:a16="http://schemas.microsoft.com/office/drawing/2014/main" id="{635126AE-D4B4-5026-5770-90AD019EE71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72124" y="575657"/>
            <a:ext cx="2486755" cy="865685"/>
          </a:xfrm>
          <a:prstGeom prst="rect">
            <a:avLst/>
          </a:prstGeom>
        </p:spPr>
      </p:pic>
      <p:pic>
        <p:nvPicPr>
          <p:cNvPr id="9" name="Imagen 8">
            <a:extLst>
              <a:ext uri="{FF2B5EF4-FFF2-40B4-BE49-F238E27FC236}">
                <a16:creationId xmlns:a16="http://schemas.microsoft.com/office/drawing/2014/main" id="{72B391D8-A29E-F85A-6A05-4610A9A67EC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61994" y="3607734"/>
            <a:ext cx="511809" cy="2862339"/>
          </a:xfrm>
          <a:prstGeom prst="rect">
            <a:avLst/>
          </a:prstGeom>
        </p:spPr>
      </p:pic>
      <p:sp>
        <p:nvSpPr>
          <p:cNvPr id="16" name="Marcador de contenido 15">
            <a:extLst>
              <a:ext uri="{FF2B5EF4-FFF2-40B4-BE49-F238E27FC236}">
                <a16:creationId xmlns:a16="http://schemas.microsoft.com/office/drawing/2014/main" id="{ED869715-E9F3-7F6A-A1A5-26D25A43CFDC}"/>
              </a:ext>
            </a:extLst>
          </p:cNvPr>
          <p:cNvSpPr>
            <a:spLocks noGrp="1"/>
          </p:cNvSpPr>
          <p:nvPr>
            <p:ph idx="13"/>
          </p:nvPr>
        </p:nvSpPr>
        <p:spPr>
          <a:xfrm>
            <a:off x="609600" y="1600201"/>
            <a:ext cx="10213910" cy="4893576"/>
          </a:xfrm>
        </p:spPr>
        <p:txBody>
          <a:bodyPr/>
          <a:lstStyle/>
          <a:p>
            <a:pPr algn="just"/>
            <a:r>
              <a:rPr lang="es-MX" dirty="0"/>
              <a:t>Es el software que fue desarrollado hace varias décadas y se han modificado de manera continua para cumplir con los cambios en los requerimientos de negocios y las plataformas informáticas. Por lo general su mantenimientos es costoso y su evolución es riesgosa. Puede generar un efecto secundario como la mala calidad.</a:t>
            </a:r>
          </a:p>
        </p:txBody>
      </p:sp>
    </p:spTree>
    <p:extLst>
      <p:ext uri="{BB962C8B-B14F-4D97-AF65-F5344CB8AC3E}">
        <p14:creationId xmlns:p14="http://schemas.microsoft.com/office/powerpoint/2010/main" val="40244566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48759A-CCE5-574B-6BE5-F381C2C5FFD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878CF03-913F-6C31-7A5C-C4E430AD8FBD}"/>
              </a:ext>
            </a:extLst>
          </p:cNvPr>
          <p:cNvSpPr>
            <a:spLocks noGrp="1"/>
          </p:cNvSpPr>
          <p:nvPr>
            <p:ph type="title"/>
          </p:nvPr>
        </p:nvSpPr>
        <p:spPr/>
        <p:txBody>
          <a:bodyPr>
            <a:normAutofit/>
          </a:bodyPr>
          <a:lstStyle/>
          <a:p>
            <a:pPr algn="l"/>
            <a:r>
              <a:rPr lang="es-MX" dirty="0"/>
              <a:t>Actividad</a:t>
            </a:r>
            <a:r>
              <a:rPr lang="es-CL" dirty="0"/>
              <a:t> 02</a:t>
            </a:r>
          </a:p>
        </p:txBody>
      </p:sp>
      <p:grpSp>
        <p:nvGrpSpPr>
          <p:cNvPr id="5" name="Agrupar 2">
            <a:extLst>
              <a:ext uri="{FF2B5EF4-FFF2-40B4-BE49-F238E27FC236}">
                <a16:creationId xmlns:a16="http://schemas.microsoft.com/office/drawing/2014/main" id="{11B9EA90-9C96-220B-BD07-5725F89C8360}"/>
              </a:ext>
            </a:extLst>
          </p:cNvPr>
          <p:cNvGrpSpPr/>
          <p:nvPr/>
        </p:nvGrpSpPr>
        <p:grpSpPr>
          <a:xfrm>
            <a:off x="0" y="6470073"/>
            <a:ext cx="12192000" cy="387927"/>
            <a:chOff x="0" y="6470073"/>
            <a:chExt cx="12192000" cy="387927"/>
          </a:xfrm>
        </p:grpSpPr>
        <p:sp>
          <p:nvSpPr>
            <p:cNvPr id="6" name="Rectángulo 5">
              <a:extLst>
                <a:ext uri="{FF2B5EF4-FFF2-40B4-BE49-F238E27FC236}">
                  <a16:creationId xmlns:a16="http://schemas.microsoft.com/office/drawing/2014/main" id="{750F6413-F072-6930-4835-777D2B3693C1}"/>
                </a:ext>
              </a:extLst>
            </p:cNvPr>
            <p:cNvSpPr/>
            <p:nvPr/>
          </p:nvSpPr>
          <p:spPr>
            <a:xfrm>
              <a:off x="0" y="6470073"/>
              <a:ext cx="6248400" cy="387927"/>
            </a:xfrm>
            <a:prstGeom prst="rect">
              <a:avLst/>
            </a:prstGeom>
            <a:solidFill>
              <a:srgbClr val="004C8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7" name="Rectángulo 6">
              <a:extLst>
                <a:ext uri="{FF2B5EF4-FFF2-40B4-BE49-F238E27FC236}">
                  <a16:creationId xmlns:a16="http://schemas.microsoft.com/office/drawing/2014/main" id="{43B124BB-8E74-B8E1-C585-D9BF0E2D18E9}"/>
                </a:ext>
              </a:extLst>
            </p:cNvPr>
            <p:cNvSpPr/>
            <p:nvPr/>
          </p:nvSpPr>
          <p:spPr>
            <a:xfrm>
              <a:off x="5943600" y="6761018"/>
              <a:ext cx="6248400" cy="96982"/>
            </a:xfrm>
            <a:prstGeom prst="rect">
              <a:avLst/>
            </a:prstGeom>
            <a:solidFill>
              <a:srgbClr val="004C8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grpSp>
      <p:pic>
        <p:nvPicPr>
          <p:cNvPr id="8" name="Imagen 7">
            <a:extLst>
              <a:ext uri="{FF2B5EF4-FFF2-40B4-BE49-F238E27FC236}">
                <a16:creationId xmlns:a16="http://schemas.microsoft.com/office/drawing/2014/main" id="{B6AF3DBD-ACBA-6B5B-C037-E5B2ABD16AA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72124" y="575657"/>
            <a:ext cx="2486755" cy="865685"/>
          </a:xfrm>
          <a:prstGeom prst="rect">
            <a:avLst/>
          </a:prstGeom>
        </p:spPr>
      </p:pic>
      <p:pic>
        <p:nvPicPr>
          <p:cNvPr id="9" name="Imagen 8">
            <a:extLst>
              <a:ext uri="{FF2B5EF4-FFF2-40B4-BE49-F238E27FC236}">
                <a16:creationId xmlns:a16="http://schemas.microsoft.com/office/drawing/2014/main" id="{B2F82E98-3F8B-ED48-4BB7-DA36CE34A00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61994" y="3607734"/>
            <a:ext cx="511809" cy="2862339"/>
          </a:xfrm>
          <a:prstGeom prst="rect">
            <a:avLst/>
          </a:prstGeom>
        </p:spPr>
      </p:pic>
      <p:sp>
        <p:nvSpPr>
          <p:cNvPr id="16" name="Marcador de contenido 15">
            <a:extLst>
              <a:ext uri="{FF2B5EF4-FFF2-40B4-BE49-F238E27FC236}">
                <a16:creationId xmlns:a16="http://schemas.microsoft.com/office/drawing/2014/main" id="{3D0E9008-7FB2-EC26-1CBF-0310B30588B1}"/>
              </a:ext>
            </a:extLst>
          </p:cNvPr>
          <p:cNvSpPr>
            <a:spLocks noGrp="1"/>
          </p:cNvSpPr>
          <p:nvPr>
            <p:ph idx="13"/>
          </p:nvPr>
        </p:nvSpPr>
        <p:spPr>
          <a:xfrm>
            <a:off x="609600" y="1600201"/>
            <a:ext cx="10213910" cy="4893576"/>
          </a:xfrm>
        </p:spPr>
        <p:txBody>
          <a:bodyPr/>
          <a:lstStyle/>
          <a:p>
            <a:endParaRPr lang="es-MX" dirty="0"/>
          </a:p>
        </p:txBody>
      </p:sp>
    </p:spTree>
    <p:extLst>
      <p:ext uri="{BB962C8B-B14F-4D97-AF65-F5344CB8AC3E}">
        <p14:creationId xmlns:p14="http://schemas.microsoft.com/office/powerpoint/2010/main" val="23416563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CEAB3A-72FC-C4FD-C7B3-E8DD3A4E4A2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284D36B-2AB6-30DB-B05A-7023F43E7EB9}"/>
              </a:ext>
            </a:extLst>
          </p:cNvPr>
          <p:cNvSpPr>
            <a:spLocks noGrp="1"/>
          </p:cNvSpPr>
          <p:nvPr>
            <p:ph type="title"/>
          </p:nvPr>
        </p:nvSpPr>
        <p:spPr/>
        <p:txBody>
          <a:bodyPr>
            <a:normAutofit/>
          </a:bodyPr>
          <a:lstStyle/>
          <a:p>
            <a:pPr algn="l"/>
            <a:r>
              <a:rPr lang="es-CL" dirty="0"/>
              <a:t>Ingeniería de software</a:t>
            </a:r>
          </a:p>
        </p:txBody>
      </p:sp>
      <p:sp>
        <p:nvSpPr>
          <p:cNvPr id="3" name="Marcador de contenido 2">
            <a:extLst>
              <a:ext uri="{FF2B5EF4-FFF2-40B4-BE49-F238E27FC236}">
                <a16:creationId xmlns:a16="http://schemas.microsoft.com/office/drawing/2014/main" id="{42ABE6C9-B3D2-ADD0-CF97-72EC845CE5A9}"/>
              </a:ext>
            </a:extLst>
          </p:cNvPr>
          <p:cNvSpPr txBox="1">
            <a:spLocks/>
          </p:cNvSpPr>
          <p:nvPr/>
        </p:nvSpPr>
        <p:spPr>
          <a:xfrm>
            <a:off x="1981200" y="1417638"/>
            <a:ext cx="4402832" cy="4939159"/>
          </a:xfrm>
          <a:prstGeom prst="rect">
            <a:avLst/>
          </a:prstGeom>
        </p:spPr>
        <p:txBody>
          <a:bodyPr>
            <a:noAutofit/>
          </a:bodyPr>
          <a:lstStyle>
            <a:lvl1pPr marL="342900" indent="-342900" algn="l" defTabSz="457200" rtl="0" eaLnBrk="1" latinLnBrk="0" hangingPunct="1">
              <a:spcBef>
                <a:spcPct val="20000"/>
              </a:spcBef>
              <a:buFont typeface="Arial"/>
              <a:buChar char="•"/>
              <a:defRPr sz="2400" kern="1200">
                <a:solidFill>
                  <a:schemeClr val="tx1"/>
                </a:solidFill>
                <a:latin typeface="+mn-lt"/>
                <a:ea typeface="+mn-ea"/>
                <a:cs typeface="Myriad Pro"/>
              </a:defRPr>
            </a:lvl1pPr>
            <a:lvl2pPr marL="742950" indent="-285750" algn="l" defTabSz="457200" rtl="0" eaLnBrk="1" latinLnBrk="0" hangingPunct="1">
              <a:spcBef>
                <a:spcPct val="20000"/>
              </a:spcBef>
              <a:buFont typeface="Arial"/>
              <a:buChar char="–"/>
              <a:defRPr sz="2000" kern="1200">
                <a:solidFill>
                  <a:schemeClr val="tx1"/>
                </a:solidFill>
                <a:latin typeface="+mn-lt"/>
                <a:ea typeface="+mn-ea"/>
                <a:cs typeface="Myriad Pro"/>
              </a:defRPr>
            </a:lvl2pPr>
            <a:lvl3pPr marL="1143000" indent="-228600" algn="l" defTabSz="457200" rtl="0" eaLnBrk="1" latinLnBrk="0" hangingPunct="1">
              <a:spcBef>
                <a:spcPct val="20000"/>
              </a:spcBef>
              <a:buFont typeface="Arial"/>
              <a:buChar char="•"/>
              <a:defRPr sz="1800" kern="1200">
                <a:solidFill>
                  <a:schemeClr val="tx1"/>
                </a:solidFill>
                <a:latin typeface="+mn-lt"/>
                <a:ea typeface="+mn-ea"/>
                <a:cs typeface="Myriad Pro"/>
              </a:defRPr>
            </a:lvl3pPr>
            <a:lvl4pPr marL="1600200" indent="-228600" algn="l" defTabSz="457200" rtl="0" eaLnBrk="1" latinLnBrk="0" hangingPunct="1">
              <a:spcBef>
                <a:spcPct val="20000"/>
              </a:spcBef>
              <a:buFont typeface="Arial"/>
              <a:buChar char="–"/>
              <a:defRPr sz="1600" kern="1200">
                <a:solidFill>
                  <a:schemeClr val="tx1"/>
                </a:solidFill>
                <a:latin typeface="+mn-lt"/>
                <a:ea typeface="+mn-ea"/>
                <a:cs typeface="Myriad Pro"/>
              </a:defRPr>
            </a:lvl4pPr>
            <a:lvl5pPr marL="2057400" indent="-228600" algn="l" defTabSz="457200" rtl="0" eaLnBrk="1" latinLnBrk="0" hangingPunct="1">
              <a:spcBef>
                <a:spcPct val="20000"/>
              </a:spcBef>
              <a:buFont typeface="Arial"/>
              <a:buChar char="»"/>
              <a:defRPr sz="1600" kern="1200">
                <a:solidFill>
                  <a:schemeClr val="tx1"/>
                </a:solidFill>
                <a:latin typeface="+mn-lt"/>
                <a:ea typeface="+mn-ea"/>
                <a:cs typeface="Myriad Pro"/>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buClr>
                <a:srgbClr val="FF0000"/>
              </a:buClr>
            </a:pPr>
            <a:endParaRPr lang="es-CL" sz="1800" dirty="0"/>
          </a:p>
        </p:txBody>
      </p:sp>
      <p:grpSp>
        <p:nvGrpSpPr>
          <p:cNvPr id="5" name="Agrupar 2">
            <a:extLst>
              <a:ext uri="{FF2B5EF4-FFF2-40B4-BE49-F238E27FC236}">
                <a16:creationId xmlns:a16="http://schemas.microsoft.com/office/drawing/2014/main" id="{F1C74B3D-01E3-F884-4321-8A4044459447}"/>
              </a:ext>
            </a:extLst>
          </p:cNvPr>
          <p:cNvGrpSpPr/>
          <p:nvPr/>
        </p:nvGrpSpPr>
        <p:grpSpPr>
          <a:xfrm>
            <a:off x="0" y="6470073"/>
            <a:ext cx="12192000" cy="387927"/>
            <a:chOff x="0" y="6470073"/>
            <a:chExt cx="12192000" cy="387927"/>
          </a:xfrm>
        </p:grpSpPr>
        <p:sp>
          <p:nvSpPr>
            <p:cNvPr id="6" name="Rectángulo 5">
              <a:extLst>
                <a:ext uri="{FF2B5EF4-FFF2-40B4-BE49-F238E27FC236}">
                  <a16:creationId xmlns:a16="http://schemas.microsoft.com/office/drawing/2014/main" id="{C69963C1-4C1A-9ACE-FBAE-546333006D0B}"/>
                </a:ext>
              </a:extLst>
            </p:cNvPr>
            <p:cNvSpPr/>
            <p:nvPr/>
          </p:nvSpPr>
          <p:spPr>
            <a:xfrm>
              <a:off x="0" y="6470073"/>
              <a:ext cx="6248400" cy="387927"/>
            </a:xfrm>
            <a:prstGeom prst="rect">
              <a:avLst/>
            </a:prstGeom>
            <a:solidFill>
              <a:srgbClr val="004C8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7" name="Rectángulo 6">
              <a:extLst>
                <a:ext uri="{FF2B5EF4-FFF2-40B4-BE49-F238E27FC236}">
                  <a16:creationId xmlns:a16="http://schemas.microsoft.com/office/drawing/2014/main" id="{87F56FAF-8B17-8301-4551-A6C26B50F7B8}"/>
                </a:ext>
              </a:extLst>
            </p:cNvPr>
            <p:cNvSpPr/>
            <p:nvPr/>
          </p:nvSpPr>
          <p:spPr>
            <a:xfrm>
              <a:off x="5943600" y="6761018"/>
              <a:ext cx="6248400" cy="96982"/>
            </a:xfrm>
            <a:prstGeom prst="rect">
              <a:avLst/>
            </a:prstGeom>
            <a:solidFill>
              <a:srgbClr val="004C8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grpSp>
      <p:pic>
        <p:nvPicPr>
          <p:cNvPr id="8" name="Imagen 7">
            <a:extLst>
              <a:ext uri="{FF2B5EF4-FFF2-40B4-BE49-F238E27FC236}">
                <a16:creationId xmlns:a16="http://schemas.microsoft.com/office/drawing/2014/main" id="{98CFF857-29D7-1183-EBCF-E12CE838ED7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72124" y="575657"/>
            <a:ext cx="2486755" cy="865685"/>
          </a:xfrm>
          <a:prstGeom prst="rect">
            <a:avLst/>
          </a:prstGeom>
        </p:spPr>
      </p:pic>
      <p:pic>
        <p:nvPicPr>
          <p:cNvPr id="9" name="Imagen 8">
            <a:extLst>
              <a:ext uri="{FF2B5EF4-FFF2-40B4-BE49-F238E27FC236}">
                <a16:creationId xmlns:a16="http://schemas.microsoft.com/office/drawing/2014/main" id="{848E933A-9041-FAAD-8CF7-7FEF7A92091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61994" y="3607734"/>
            <a:ext cx="511809" cy="2862339"/>
          </a:xfrm>
          <a:prstGeom prst="rect">
            <a:avLst/>
          </a:prstGeom>
        </p:spPr>
      </p:pic>
      <p:sp>
        <p:nvSpPr>
          <p:cNvPr id="16" name="Marcador de contenido 15">
            <a:extLst>
              <a:ext uri="{FF2B5EF4-FFF2-40B4-BE49-F238E27FC236}">
                <a16:creationId xmlns:a16="http://schemas.microsoft.com/office/drawing/2014/main" id="{ED760971-251B-1273-2D8C-EAA2591534E1}"/>
              </a:ext>
            </a:extLst>
          </p:cNvPr>
          <p:cNvSpPr>
            <a:spLocks noGrp="1"/>
          </p:cNvSpPr>
          <p:nvPr>
            <p:ph idx="13"/>
          </p:nvPr>
        </p:nvSpPr>
        <p:spPr>
          <a:xfrm>
            <a:off x="609600" y="1600201"/>
            <a:ext cx="10213910" cy="4893576"/>
          </a:xfrm>
        </p:spPr>
        <p:txBody>
          <a:bodyPr>
            <a:normAutofit/>
          </a:bodyPr>
          <a:lstStyle/>
          <a:p>
            <a:pPr algn="just"/>
            <a:r>
              <a:rPr lang="es-MX" dirty="0"/>
              <a:t>Es la aplicación de enfoques sistemáticos, disciplinados y cuantificables al desarrollo, operación y mantenimiento de software y el estudio de estos enfoques [1].</a:t>
            </a:r>
          </a:p>
          <a:p>
            <a:pPr algn="just"/>
            <a:r>
              <a:rPr lang="es-MX" dirty="0"/>
              <a:t>La ingeniería de software es una disciplina de ingeniería que se interesa por todos los aspectos de la producción de software, desde las primeras etapas de la especificación del sistema hasta el mantenimiento del sistema después de que se pone en operación [2].</a:t>
            </a:r>
          </a:p>
          <a:p>
            <a:pPr marL="0" indent="0">
              <a:buNone/>
            </a:pPr>
            <a:endParaRPr lang="es-MX" dirty="0"/>
          </a:p>
          <a:p>
            <a:pPr marL="457200" lvl="1" indent="0">
              <a:buNone/>
            </a:pPr>
            <a:r>
              <a:rPr lang="en-US" sz="1300" dirty="0"/>
              <a:t>[1] IEEE, Standard glossary of software engineering terminology, IEEE Std 610.12-1990, 1990.</a:t>
            </a:r>
          </a:p>
          <a:p>
            <a:pPr marL="457200" lvl="1" indent="0">
              <a:buNone/>
            </a:pPr>
            <a:r>
              <a:rPr lang="en-US" sz="1300" dirty="0"/>
              <a:t>[2] I. Sommerville, Software Engineering, 9th ed. Addison-Wesley, 2011.</a:t>
            </a:r>
            <a:endParaRPr lang="es-CL" sz="1300" dirty="0"/>
          </a:p>
        </p:txBody>
      </p:sp>
    </p:spTree>
    <p:extLst>
      <p:ext uri="{BB962C8B-B14F-4D97-AF65-F5344CB8AC3E}">
        <p14:creationId xmlns:p14="http://schemas.microsoft.com/office/powerpoint/2010/main" val="1076489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E06912-C301-7F2B-244E-BDFA84915CD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6689382-2FD4-7E8F-AB22-2F23144D0C21}"/>
              </a:ext>
            </a:extLst>
          </p:cNvPr>
          <p:cNvSpPr>
            <a:spLocks noGrp="1"/>
          </p:cNvSpPr>
          <p:nvPr>
            <p:ph type="title"/>
          </p:nvPr>
        </p:nvSpPr>
        <p:spPr/>
        <p:txBody>
          <a:bodyPr>
            <a:normAutofit fontScale="90000"/>
          </a:bodyPr>
          <a:lstStyle/>
          <a:p>
            <a:pPr algn="l"/>
            <a:r>
              <a:rPr lang="es-MX" dirty="0"/>
              <a:t>Capas de la ingeniería de software</a:t>
            </a:r>
            <a:endParaRPr lang="es-CL" dirty="0"/>
          </a:p>
        </p:txBody>
      </p:sp>
      <p:sp>
        <p:nvSpPr>
          <p:cNvPr id="3" name="Marcador de contenido 2">
            <a:extLst>
              <a:ext uri="{FF2B5EF4-FFF2-40B4-BE49-F238E27FC236}">
                <a16:creationId xmlns:a16="http://schemas.microsoft.com/office/drawing/2014/main" id="{04B39ECD-EC61-9D6C-B083-D020DC40B1D1}"/>
              </a:ext>
            </a:extLst>
          </p:cNvPr>
          <p:cNvSpPr txBox="1">
            <a:spLocks/>
          </p:cNvSpPr>
          <p:nvPr/>
        </p:nvSpPr>
        <p:spPr>
          <a:xfrm>
            <a:off x="1981200" y="1417638"/>
            <a:ext cx="4402832" cy="4939159"/>
          </a:xfrm>
          <a:prstGeom prst="rect">
            <a:avLst/>
          </a:prstGeom>
        </p:spPr>
        <p:txBody>
          <a:bodyPr>
            <a:noAutofit/>
          </a:bodyPr>
          <a:lstStyle>
            <a:lvl1pPr marL="342900" indent="-342900" algn="l" defTabSz="457200" rtl="0" eaLnBrk="1" latinLnBrk="0" hangingPunct="1">
              <a:spcBef>
                <a:spcPct val="20000"/>
              </a:spcBef>
              <a:buFont typeface="Arial"/>
              <a:buChar char="•"/>
              <a:defRPr sz="2400" kern="1200">
                <a:solidFill>
                  <a:schemeClr val="tx1"/>
                </a:solidFill>
                <a:latin typeface="+mn-lt"/>
                <a:ea typeface="+mn-ea"/>
                <a:cs typeface="Myriad Pro"/>
              </a:defRPr>
            </a:lvl1pPr>
            <a:lvl2pPr marL="742950" indent="-285750" algn="l" defTabSz="457200" rtl="0" eaLnBrk="1" latinLnBrk="0" hangingPunct="1">
              <a:spcBef>
                <a:spcPct val="20000"/>
              </a:spcBef>
              <a:buFont typeface="Arial"/>
              <a:buChar char="–"/>
              <a:defRPr sz="2000" kern="1200">
                <a:solidFill>
                  <a:schemeClr val="tx1"/>
                </a:solidFill>
                <a:latin typeface="+mn-lt"/>
                <a:ea typeface="+mn-ea"/>
                <a:cs typeface="Myriad Pro"/>
              </a:defRPr>
            </a:lvl2pPr>
            <a:lvl3pPr marL="1143000" indent="-228600" algn="l" defTabSz="457200" rtl="0" eaLnBrk="1" latinLnBrk="0" hangingPunct="1">
              <a:spcBef>
                <a:spcPct val="20000"/>
              </a:spcBef>
              <a:buFont typeface="Arial"/>
              <a:buChar char="•"/>
              <a:defRPr sz="1800" kern="1200">
                <a:solidFill>
                  <a:schemeClr val="tx1"/>
                </a:solidFill>
                <a:latin typeface="+mn-lt"/>
                <a:ea typeface="+mn-ea"/>
                <a:cs typeface="Myriad Pro"/>
              </a:defRPr>
            </a:lvl3pPr>
            <a:lvl4pPr marL="1600200" indent="-228600" algn="l" defTabSz="457200" rtl="0" eaLnBrk="1" latinLnBrk="0" hangingPunct="1">
              <a:spcBef>
                <a:spcPct val="20000"/>
              </a:spcBef>
              <a:buFont typeface="Arial"/>
              <a:buChar char="–"/>
              <a:defRPr sz="1600" kern="1200">
                <a:solidFill>
                  <a:schemeClr val="tx1"/>
                </a:solidFill>
                <a:latin typeface="+mn-lt"/>
                <a:ea typeface="+mn-ea"/>
                <a:cs typeface="Myriad Pro"/>
              </a:defRPr>
            </a:lvl4pPr>
            <a:lvl5pPr marL="2057400" indent="-228600" algn="l" defTabSz="457200" rtl="0" eaLnBrk="1" latinLnBrk="0" hangingPunct="1">
              <a:spcBef>
                <a:spcPct val="20000"/>
              </a:spcBef>
              <a:buFont typeface="Arial"/>
              <a:buChar char="»"/>
              <a:defRPr sz="1600" kern="1200">
                <a:solidFill>
                  <a:schemeClr val="tx1"/>
                </a:solidFill>
                <a:latin typeface="+mn-lt"/>
                <a:ea typeface="+mn-ea"/>
                <a:cs typeface="Myriad Pro"/>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buClr>
                <a:srgbClr val="FF0000"/>
              </a:buClr>
            </a:pPr>
            <a:endParaRPr lang="es-CL" sz="1800" dirty="0"/>
          </a:p>
        </p:txBody>
      </p:sp>
      <p:grpSp>
        <p:nvGrpSpPr>
          <p:cNvPr id="5" name="Agrupar 2">
            <a:extLst>
              <a:ext uri="{FF2B5EF4-FFF2-40B4-BE49-F238E27FC236}">
                <a16:creationId xmlns:a16="http://schemas.microsoft.com/office/drawing/2014/main" id="{B7B58447-A56B-613D-923F-F47FA886EE7D}"/>
              </a:ext>
            </a:extLst>
          </p:cNvPr>
          <p:cNvGrpSpPr/>
          <p:nvPr/>
        </p:nvGrpSpPr>
        <p:grpSpPr>
          <a:xfrm>
            <a:off x="0" y="6470073"/>
            <a:ext cx="12192000" cy="387927"/>
            <a:chOff x="0" y="6470073"/>
            <a:chExt cx="12192000" cy="387927"/>
          </a:xfrm>
        </p:grpSpPr>
        <p:sp>
          <p:nvSpPr>
            <p:cNvPr id="6" name="Rectángulo 5">
              <a:extLst>
                <a:ext uri="{FF2B5EF4-FFF2-40B4-BE49-F238E27FC236}">
                  <a16:creationId xmlns:a16="http://schemas.microsoft.com/office/drawing/2014/main" id="{04BFCB03-468E-0D5E-BB6E-780C18A49408}"/>
                </a:ext>
              </a:extLst>
            </p:cNvPr>
            <p:cNvSpPr/>
            <p:nvPr/>
          </p:nvSpPr>
          <p:spPr>
            <a:xfrm>
              <a:off x="0" y="6470073"/>
              <a:ext cx="6248400" cy="387927"/>
            </a:xfrm>
            <a:prstGeom prst="rect">
              <a:avLst/>
            </a:prstGeom>
            <a:solidFill>
              <a:srgbClr val="004C8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7" name="Rectángulo 6">
              <a:extLst>
                <a:ext uri="{FF2B5EF4-FFF2-40B4-BE49-F238E27FC236}">
                  <a16:creationId xmlns:a16="http://schemas.microsoft.com/office/drawing/2014/main" id="{4704BDFF-E12C-31CD-CB9D-23A38DA235B9}"/>
                </a:ext>
              </a:extLst>
            </p:cNvPr>
            <p:cNvSpPr/>
            <p:nvPr/>
          </p:nvSpPr>
          <p:spPr>
            <a:xfrm>
              <a:off x="5943600" y="6761018"/>
              <a:ext cx="6248400" cy="96982"/>
            </a:xfrm>
            <a:prstGeom prst="rect">
              <a:avLst/>
            </a:prstGeom>
            <a:solidFill>
              <a:srgbClr val="004C8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grpSp>
      <p:pic>
        <p:nvPicPr>
          <p:cNvPr id="8" name="Imagen 7">
            <a:extLst>
              <a:ext uri="{FF2B5EF4-FFF2-40B4-BE49-F238E27FC236}">
                <a16:creationId xmlns:a16="http://schemas.microsoft.com/office/drawing/2014/main" id="{B38F449C-8C07-8D74-7161-1A9EB2A24D7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72124" y="575657"/>
            <a:ext cx="2486755" cy="865685"/>
          </a:xfrm>
          <a:prstGeom prst="rect">
            <a:avLst/>
          </a:prstGeom>
        </p:spPr>
      </p:pic>
      <p:pic>
        <p:nvPicPr>
          <p:cNvPr id="9" name="Imagen 8">
            <a:extLst>
              <a:ext uri="{FF2B5EF4-FFF2-40B4-BE49-F238E27FC236}">
                <a16:creationId xmlns:a16="http://schemas.microsoft.com/office/drawing/2014/main" id="{D1EE87A4-E5D2-D637-46C8-6E49902F7AC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61994" y="3607734"/>
            <a:ext cx="511809" cy="2862339"/>
          </a:xfrm>
          <a:prstGeom prst="rect">
            <a:avLst/>
          </a:prstGeom>
        </p:spPr>
      </p:pic>
      <p:pic>
        <p:nvPicPr>
          <p:cNvPr id="10" name="Marcador de contenido 9">
            <a:extLst>
              <a:ext uri="{FF2B5EF4-FFF2-40B4-BE49-F238E27FC236}">
                <a16:creationId xmlns:a16="http://schemas.microsoft.com/office/drawing/2014/main" id="{0C909AC2-A464-19C5-750A-BE569A0BB61C}"/>
              </a:ext>
            </a:extLst>
          </p:cNvPr>
          <p:cNvPicPr>
            <a:picLocks noGrp="1" noChangeAspect="1"/>
          </p:cNvPicPr>
          <p:nvPr>
            <p:ph idx="13"/>
          </p:nvPr>
        </p:nvPicPr>
        <p:blipFill>
          <a:blip r:embed="rId5"/>
          <a:stretch>
            <a:fillRect/>
          </a:stretch>
        </p:blipFill>
        <p:spPr>
          <a:xfrm>
            <a:off x="1061421" y="2510734"/>
            <a:ext cx="9764358" cy="2862339"/>
          </a:xfrm>
        </p:spPr>
      </p:pic>
    </p:spTree>
    <p:extLst>
      <p:ext uri="{BB962C8B-B14F-4D97-AF65-F5344CB8AC3E}">
        <p14:creationId xmlns:p14="http://schemas.microsoft.com/office/powerpoint/2010/main" val="40525327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3F5F86-6476-EF8B-999B-4BC9B2134A0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3943960-7861-D857-FC0F-7C2E6D2BCD46}"/>
              </a:ext>
            </a:extLst>
          </p:cNvPr>
          <p:cNvSpPr>
            <a:spLocks noGrp="1"/>
          </p:cNvSpPr>
          <p:nvPr>
            <p:ph type="title"/>
          </p:nvPr>
        </p:nvSpPr>
        <p:spPr/>
        <p:txBody>
          <a:bodyPr>
            <a:normAutofit/>
          </a:bodyPr>
          <a:lstStyle/>
          <a:p>
            <a:pPr algn="l"/>
            <a:r>
              <a:rPr lang="es-MX" dirty="0"/>
              <a:t>Capa de Calidad del Software</a:t>
            </a:r>
            <a:endParaRPr lang="es-CL" dirty="0"/>
          </a:p>
        </p:txBody>
      </p:sp>
      <p:sp>
        <p:nvSpPr>
          <p:cNvPr id="3" name="Marcador de contenido 2">
            <a:extLst>
              <a:ext uri="{FF2B5EF4-FFF2-40B4-BE49-F238E27FC236}">
                <a16:creationId xmlns:a16="http://schemas.microsoft.com/office/drawing/2014/main" id="{A9354B14-8272-D657-DC8A-6F566456A7C5}"/>
              </a:ext>
            </a:extLst>
          </p:cNvPr>
          <p:cNvSpPr txBox="1">
            <a:spLocks/>
          </p:cNvSpPr>
          <p:nvPr/>
        </p:nvSpPr>
        <p:spPr>
          <a:xfrm>
            <a:off x="1981200" y="1417638"/>
            <a:ext cx="4402832" cy="4939159"/>
          </a:xfrm>
          <a:prstGeom prst="rect">
            <a:avLst/>
          </a:prstGeom>
        </p:spPr>
        <p:txBody>
          <a:bodyPr>
            <a:noAutofit/>
          </a:bodyPr>
          <a:lstStyle>
            <a:lvl1pPr marL="342900" indent="-342900" algn="l" defTabSz="457200" rtl="0" eaLnBrk="1" latinLnBrk="0" hangingPunct="1">
              <a:spcBef>
                <a:spcPct val="20000"/>
              </a:spcBef>
              <a:buFont typeface="Arial"/>
              <a:buChar char="•"/>
              <a:defRPr sz="2400" kern="1200">
                <a:solidFill>
                  <a:schemeClr val="tx1"/>
                </a:solidFill>
                <a:latin typeface="+mn-lt"/>
                <a:ea typeface="+mn-ea"/>
                <a:cs typeface="Myriad Pro"/>
              </a:defRPr>
            </a:lvl1pPr>
            <a:lvl2pPr marL="742950" indent="-285750" algn="l" defTabSz="457200" rtl="0" eaLnBrk="1" latinLnBrk="0" hangingPunct="1">
              <a:spcBef>
                <a:spcPct val="20000"/>
              </a:spcBef>
              <a:buFont typeface="Arial"/>
              <a:buChar char="–"/>
              <a:defRPr sz="2000" kern="1200">
                <a:solidFill>
                  <a:schemeClr val="tx1"/>
                </a:solidFill>
                <a:latin typeface="+mn-lt"/>
                <a:ea typeface="+mn-ea"/>
                <a:cs typeface="Myriad Pro"/>
              </a:defRPr>
            </a:lvl2pPr>
            <a:lvl3pPr marL="1143000" indent="-228600" algn="l" defTabSz="457200" rtl="0" eaLnBrk="1" latinLnBrk="0" hangingPunct="1">
              <a:spcBef>
                <a:spcPct val="20000"/>
              </a:spcBef>
              <a:buFont typeface="Arial"/>
              <a:buChar char="•"/>
              <a:defRPr sz="1800" kern="1200">
                <a:solidFill>
                  <a:schemeClr val="tx1"/>
                </a:solidFill>
                <a:latin typeface="+mn-lt"/>
                <a:ea typeface="+mn-ea"/>
                <a:cs typeface="Myriad Pro"/>
              </a:defRPr>
            </a:lvl3pPr>
            <a:lvl4pPr marL="1600200" indent="-228600" algn="l" defTabSz="457200" rtl="0" eaLnBrk="1" latinLnBrk="0" hangingPunct="1">
              <a:spcBef>
                <a:spcPct val="20000"/>
              </a:spcBef>
              <a:buFont typeface="Arial"/>
              <a:buChar char="–"/>
              <a:defRPr sz="1600" kern="1200">
                <a:solidFill>
                  <a:schemeClr val="tx1"/>
                </a:solidFill>
                <a:latin typeface="+mn-lt"/>
                <a:ea typeface="+mn-ea"/>
                <a:cs typeface="Myriad Pro"/>
              </a:defRPr>
            </a:lvl4pPr>
            <a:lvl5pPr marL="2057400" indent="-228600" algn="l" defTabSz="457200" rtl="0" eaLnBrk="1" latinLnBrk="0" hangingPunct="1">
              <a:spcBef>
                <a:spcPct val="20000"/>
              </a:spcBef>
              <a:buFont typeface="Arial"/>
              <a:buChar char="»"/>
              <a:defRPr sz="1600" kern="1200">
                <a:solidFill>
                  <a:schemeClr val="tx1"/>
                </a:solidFill>
                <a:latin typeface="+mn-lt"/>
                <a:ea typeface="+mn-ea"/>
                <a:cs typeface="Myriad Pro"/>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buClr>
                <a:srgbClr val="FF0000"/>
              </a:buClr>
            </a:pPr>
            <a:endParaRPr lang="es-CL" sz="1800" dirty="0"/>
          </a:p>
        </p:txBody>
      </p:sp>
      <p:grpSp>
        <p:nvGrpSpPr>
          <p:cNvPr id="5" name="Agrupar 2">
            <a:extLst>
              <a:ext uri="{FF2B5EF4-FFF2-40B4-BE49-F238E27FC236}">
                <a16:creationId xmlns:a16="http://schemas.microsoft.com/office/drawing/2014/main" id="{65235DAC-423B-1A56-576A-251172DAE70F}"/>
              </a:ext>
            </a:extLst>
          </p:cNvPr>
          <p:cNvGrpSpPr/>
          <p:nvPr/>
        </p:nvGrpSpPr>
        <p:grpSpPr>
          <a:xfrm>
            <a:off x="0" y="6470073"/>
            <a:ext cx="12192000" cy="387927"/>
            <a:chOff x="0" y="6470073"/>
            <a:chExt cx="12192000" cy="387927"/>
          </a:xfrm>
        </p:grpSpPr>
        <p:sp>
          <p:nvSpPr>
            <p:cNvPr id="6" name="Rectángulo 5">
              <a:extLst>
                <a:ext uri="{FF2B5EF4-FFF2-40B4-BE49-F238E27FC236}">
                  <a16:creationId xmlns:a16="http://schemas.microsoft.com/office/drawing/2014/main" id="{85D75773-EA43-A978-2CAE-CE8FFF2796C1}"/>
                </a:ext>
              </a:extLst>
            </p:cNvPr>
            <p:cNvSpPr/>
            <p:nvPr/>
          </p:nvSpPr>
          <p:spPr>
            <a:xfrm>
              <a:off x="0" y="6470073"/>
              <a:ext cx="6248400" cy="387927"/>
            </a:xfrm>
            <a:prstGeom prst="rect">
              <a:avLst/>
            </a:prstGeom>
            <a:solidFill>
              <a:srgbClr val="004C8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7" name="Rectángulo 6">
              <a:extLst>
                <a:ext uri="{FF2B5EF4-FFF2-40B4-BE49-F238E27FC236}">
                  <a16:creationId xmlns:a16="http://schemas.microsoft.com/office/drawing/2014/main" id="{24F98859-73FF-9031-1F03-5147E8B36B00}"/>
                </a:ext>
              </a:extLst>
            </p:cNvPr>
            <p:cNvSpPr/>
            <p:nvPr/>
          </p:nvSpPr>
          <p:spPr>
            <a:xfrm>
              <a:off x="5943600" y="6761018"/>
              <a:ext cx="6248400" cy="96982"/>
            </a:xfrm>
            <a:prstGeom prst="rect">
              <a:avLst/>
            </a:prstGeom>
            <a:solidFill>
              <a:srgbClr val="004C8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grpSp>
      <p:pic>
        <p:nvPicPr>
          <p:cNvPr id="8" name="Imagen 7">
            <a:extLst>
              <a:ext uri="{FF2B5EF4-FFF2-40B4-BE49-F238E27FC236}">
                <a16:creationId xmlns:a16="http://schemas.microsoft.com/office/drawing/2014/main" id="{A8A3AAAF-C91E-8FA4-B29C-DBB39DFA51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72124" y="575657"/>
            <a:ext cx="2486755" cy="865685"/>
          </a:xfrm>
          <a:prstGeom prst="rect">
            <a:avLst/>
          </a:prstGeom>
        </p:spPr>
      </p:pic>
      <p:pic>
        <p:nvPicPr>
          <p:cNvPr id="9" name="Imagen 8">
            <a:extLst>
              <a:ext uri="{FF2B5EF4-FFF2-40B4-BE49-F238E27FC236}">
                <a16:creationId xmlns:a16="http://schemas.microsoft.com/office/drawing/2014/main" id="{D852CC99-C73F-9BB4-9347-19839B43FC7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61994" y="3607734"/>
            <a:ext cx="511809" cy="2862339"/>
          </a:xfrm>
          <a:prstGeom prst="rect">
            <a:avLst/>
          </a:prstGeom>
        </p:spPr>
      </p:pic>
      <p:sp>
        <p:nvSpPr>
          <p:cNvPr id="16" name="Marcador de contenido 15">
            <a:extLst>
              <a:ext uri="{FF2B5EF4-FFF2-40B4-BE49-F238E27FC236}">
                <a16:creationId xmlns:a16="http://schemas.microsoft.com/office/drawing/2014/main" id="{0DABCFD6-A71E-B456-D4B4-547DF4D74EBD}"/>
              </a:ext>
            </a:extLst>
          </p:cNvPr>
          <p:cNvSpPr>
            <a:spLocks noGrp="1"/>
          </p:cNvSpPr>
          <p:nvPr>
            <p:ph idx="13"/>
          </p:nvPr>
        </p:nvSpPr>
        <p:spPr>
          <a:xfrm>
            <a:off x="609600" y="1600201"/>
            <a:ext cx="10213910" cy="4893576"/>
          </a:xfrm>
        </p:spPr>
        <p:txBody>
          <a:bodyPr/>
          <a:lstStyle/>
          <a:p>
            <a:r>
              <a:rPr lang="es-MX" dirty="0"/>
              <a:t>Es la base fundamental de la Ingeniería de Software. Garantiza que el software cumpla con los atributos de calidad como </a:t>
            </a:r>
            <a:r>
              <a:rPr lang="es-MX" b="1" dirty="0"/>
              <a:t>confiabilidad</a:t>
            </a:r>
            <a:r>
              <a:rPr lang="es-MX" dirty="0"/>
              <a:t>, </a:t>
            </a:r>
            <a:r>
              <a:rPr lang="es-MX" b="1" dirty="0"/>
              <a:t>mantenibilidad</a:t>
            </a:r>
            <a:r>
              <a:rPr lang="es-MX" dirty="0"/>
              <a:t> y </a:t>
            </a:r>
            <a:r>
              <a:rPr lang="es-MX" b="1" dirty="0"/>
              <a:t>eficiencia</a:t>
            </a:r>
            <a:r>
              <a:rPr lang="es-MX" dirty="0"/>
              <a:t>. Se logra a través de prácticas como revisiones, pruebas y estándares de calidad.</a:t>
            </a:r>
            <a:endParaRPr lang="es-CL" dirty="0"/>
          </a:p>
        </p:txBody>
      </p:sp>
    </p:spTree>
    <p:extLst>
      <p:ext uri="{BB962C8B-B14F-4D97-AF65-F5344CB8AC3E}">
        <p14:creationId xmlns:p14="http://schemas.microsoft.com/office/powerpoint/2010/main" val="5380785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AB2757-C665-30E0-0EF8-6735C4DF1A7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B9202E4-3825-9B8A-C01A-E8794C28D798}"/>
              </a:ext>
            </a:extLst>
          </p:cNvPr>
          <p:cNvSpPr>
            <a:spLocks noGrp="1"/>
          </p:cNvSpPr>
          <p:nvPr>
            <p:ph type="title"/>
          </p:nvPr>
        </p:nvSpPr>
        <p:spPr/>
        <p:txBody>
          <a:bodyPr>
            <a:normAutofit/>
          </a:bodyPr>
          <a:lstStyle/>
          <a:p>
            <a:pPr algn="l"/>
            <a:r>
              <a:rPr lang="es-CL" dirty="0"/>
              <a:t>Capa de Procesos</a:t>
            </a:r>
          </a:p>
        </p:txBody>
      </p:sp>
      <p:sp>
        <p:nvSpPr>
          <p:cNvPr id="3" name="Marcador de contenido 2">
            <a:extLst>
              <a:ext uri="{FF2B5EF4-FFF2-40B4-BE49-F238E27FC236}">
                <a16:creationId xmlns:a16="http://schemas.microsoft.com/office/drawing/2014/main" id="{2C2A9022-D013-D0F0-2F04-ADCF18F0EF02}"/>
              </a:ext>
            </a:extLst>
          </p:cNvPr>
          <p:cNvSpPr txBox="1">
            <a:spLocks/>
          </p:cNvSpPr>
          <p:nvPr/>
        </p:nvSpPr>
        <p:spPr>
          <a:xfrm>
            <a:off x="1981200" y="1417638"/>
            <a:ext cx="4402832" cy="4939159"/>
          </a:xfrm>
          <a:prstGeom prst="rect">
            <a:avLst/>
          </a:prstGeom>
        </p:spPr>
        <p:txBody>
          <a:bodyPr>
            <a:noAutofit/>
          </a:bodyPr>
          <a:lstStyle>
            <a:lvl1pPr marL="342900" indent="-342900" algn="l" defTabSz="457200" rtl="0" eaLnBrk="1" latinLnBrk="0" hangingPunct="1">
              <a:spcBef>
                <a:spcPct val="20000"/>
              </a:spcBef>
              <a:buFont typeface="Arial"/>
              <a:buChar char="•"/>
              <a:defRPr sz="2400" kern="1200">
                <a:solidFill>
                  <a:schemeClr val="tx1"/>
                </a:solidFill>
                <a:latin typeface="+mn-lt"/>
                <a:ea typeface="+mn-ea"/>
                <a:cs typeface="Myriad Pro"/>
              </a:defRPr>
            </a:lvl1pPr>
            <a:lvl2pPr marL="742950" indent="-285750" algn="l" defTabSz="457200" rtl="0" eaLnBrk="1" latinLnBrk="0" hangingPunct="1">
              <a:spcBef>
                <a:spcPct val="20000"/>
              </a:spcBef>
              <a:buFont typeface="Arial"/>
              <a:buChar char="–"/>
              <a:defRPr sz="2000" kern="1200">
                <a:solidFill>
                  <a:schemeClr val="tx1"/>
                </a:solidFill>
                <a:latin typeface="+mn-lt"/>
                <a:ea typeface="+mn-ea"/>
                <a:cs typeface="Myriad Pro"/>
              </a:defRPr>
            </a:lvl2pPr>
            <a:lvl3pPr marL="1143000" indent="-228600" algn="l" defTabSz="457200" rtl="0" eaLnBrk="1" latinLnBrk="0" hangingPunct="1">
              <a:spcBef>
                <a:spcPct val="20000"/>
              </a:spcBef>
              <a:buFont typeface="Arial"/>
              <a:buChar char="•"/>
              <a:defRPr sz="1800" kern="1200">
                <a:solidFill>
                  <a:schemeClr val="tx1"/>
                </a:solidFill>
                <a:latin typeface="+mn-lt"/>
                <a:ea typeface="+mn-ea"/>
                <a:cs typeface="Myriad Pro"/>
              </a:defRPr>
            </a:lvl3pPr>
            <a:lvl4pPr marL="1600200" indent="-228600" algn="l" defTabSz="457200" rtl="0" eaLnBrk="1" latinLnBrk="0" hangingPunct="1">
              <a:spcBef>
                <a:spcPct val="20000"/>
              </a:spcBef>
              <a:buFont typeface="Arial"/>
              <a:buChar char="–"/>
              <a:defRPr sz="1600" kern="1200">
                <a:solidFill>
                  <a:schemeClr val="tx1"/>
                </a:solidFill>
                <a:latin typeface="+mn-lt"/>
                <a:ea typeface="+mn-ea"/>
                <a:cs typeface="Myriad Pro"/>
              </a:defRPr>
            </a:lvl4pPr>
            <a:lvl5pPr marL="2057400" indent="-228600" algn="l" defTabSz="457200" rtl="0" eaLnBrk="1" latinLnBrk="0" hangingPunct="1">
              <a:spcBef>
                <a:spcPct val="20000"/>
              </a:spcBef>
              <a:buFont typeface="Arial"/>
              <a:buChar char="»"/>
              <a:defRPr sz="1600" kern="1200">
                <a:solidFill>
                  <a:schemeClr val="tx1"/>
                </a:solidFill>
                <a:latin typeface="+mn-lt"/>
                <a:ea typeface="+mn-ea"/>
                <a:cs typeface="Myriad Pro"/>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buClr>
                <a:srgbClr val="FF0000"/>
              </a:buClr>
            </a:pPr>
            <a:endParaRPr lang="es-CL" sz="1800" dirty="0"/>
          </a:p>
        </p:txBody>
      </p:sp>
      <p:grpSp>
        <p:nvGrpSpPr>
          <p:cNvPr id="5" name="Agrupar 2">
            <a:extLst>
              <a:ext uri="{FF2B5EF4-FFF2-40B4-BE49-F238E27FC236}">
                <a16:creationId xmlns:a16="http://schemas.microsoft.com/office/drawing/2014/main" id="{09FA1A6D-3BC4-D2DB-D32A-A7F475FA3593}"/>
              </a:ext>
            </a:extLst>
          </p:cNvPr>
          <p:cNvGrpSpPr/>
          <p:nvPr/>
        </p:nvGrpSpPr>
        <p:grpSpPr>
          <a:xfrm>
            <a:off x="0" y="6470073"/>
            <a:ext cx="12192000" cy="387927"/>
            <a:chOff x="0" y="6470073"/>
            <a:chExt cx="12192000" cy="387927"/>
          </a:xfrm>
        </p:grpSpPr>
        <p:sp>
          <p:nvSpPr>
            <p:cNvPr id="6" name="Rectángulo 5">
              <a:extLst>
                <a:ext uri="{FF2B5EF4-FFF2-40B4-BE49-F238E27FC236}">
                  <a16:creationId xmlns:a16="http://schemas.microsoft.com/office/drawing/2014/main" id="{D4A8CB76-5321-3291-7A73-CEC96D5B688C}"/>
                </a:ext>
              </a:extLst>
            </p:cNvPr>
            <p:cNvSpPr/>
            <p:nvPr/>
          </p:nvSpPr>
          <p:spPr>
            <a:xfrm>
              <a:off x="0" y="6470073"/>
              <a:ext cx="6248400" cy="387927"/>
            </a:xfrm>
            <a:prstGeom prst="rect">
              <a:avLst/>
            </a:prstGeom>
            <a:solidFill>
              <a:srgbClr val="004C8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7" name="Rectángulo 6">
              <a:extLst>
                <a:ext uri="{FF2B5EF4-FFF2-40B4-BE49-F238E27FC236}">
                  <a16:creationId xmlns:a16="http://schemas.microsoft.com/office/drawing/2014/main" id="{9061DDE7-0A64-B9EC-BE64-4B0B63AE0B52}"/>
                </a:ext>
              </a:extLst>
            </p:cNvPr>
            <p:cNvSpPr/>
            <p:nvPr/>
          </p:nvSpPr>
          <p:spPr>
            <a:xfrm>
              <a:off x="5943600" y="6761018"/>
              <a:ext cx="6248400" cy="96982"/>
            </a:xfrm>
            <a:prstGeom prst="rect">
              <a:avLst/>
            </a:prstGeom>
            <a:solidFill>
              <a:srgbClr val="004C8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grpSp>
      <p:pic>
        <p:nvPicPr>
          <p:cNvPr id="8" name="Imagen 7">
            <a:extLst>
              <a:ext uri="{FF2B5EF4-FFF2-40B4-BE49-F238E27FC236}">
                <a16:creationId xmlns:a16="http://schemas.microsoft.com/office/drawing/2014/main" id="{E24911F6-9198-A8C0-8ABF-8028CD93AFA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72124" y="575657"/>
            <a:ext cx="2486755" cy="865685"/>
          </a:xfrm>
          <a:prstGeom prst="rect">
            <a:avLst/>
          </a:prstGeom>
        </p:spPr>
      </p:pic>
      <p:pic>
        <p:nvPicPr>
          <p:cNvPr id="9" name="Imagen 8">
            <a:extLst>
              <a:ext uri="{FF2B5EF4-FFF2-40B4-BE49-F238E27FC236}">
                <a16:creationId xmlns:a16="http://schemas.microsoft.com/office/drawing/2014/main" id="{B5FED879-DE3C-A9BB-DD2E-EF0D2E844DF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61994" y="3607734"/>
            <a:ext cx="511809" cy="2862339"/>
          </a:xfrm>
          <a:prstGeom prst="rect">
            <a:avLst/>
          </a:prstGeom>
        </p:spPr>
      </p:pic>
      <p:sp>
        <p:nvSpPr>
          <p:cNvPr id="16" name="Marcador de contenido 15">
            <a:extLst>
              <a:ext uri="{FF2B5EF4-FFF2-40B4-BE49-F238E27FC236}">
                <a16:creationId xmlns:a16="http://schemas.microsoft.com/office/drawing/2014/main" id="{2695868A-59CB-6DE2-02C9-A51313D08062}"/>
              </a:ext>
            </a:extLst>
          </p:cNvPr>
          <p:cNvSpPr>
            <a:spLocks noGrp="1"/>
          </p:cNvSpPr>
          <p:nvPr>
            <p:ph idx="13"/>
          </p:nvPr>
        </p:nvSpPr>
        <p:spPr>
          <a:xfrm>
            <a:off x="609600" y="1600201"/>
            <a:ext cx="10213910" cy="4893576"/>
          </a:xfrm>
        </p:spPr>
        <p:txBody>
          <a:bodyPr/>
          <a:lstStyle/>
          <a:p>
            <a:r>
              <a:rPr lang="es-MX" dirty="0"/>
              <a:t>Define el conjunto de actividades necesarias para desarrollar software de manera efectiva.</a:t>
            </a:r>
          </a:p>
          <a:p>
            <a:r>
              <a:rPr lang="es-MX" dirty="0"/>
              <a:t>Establece un marco de trabajo para la planificación, desarrollo y mantenimiento del software. Es la base del control administrativo de los proyectos de software.</a:t>
            </a:r>
            <a:endParaRPr lang="es-CL" dirty="0"/>
          </a:p>
        </p:txBody>
      </p:sp>
    </p:spTree>
    <p:extLst>
      <p:ext uri="{BB962C8B-B14F-4D97-AF65-F5344CB8AC3E}">
        <p14:creationId xmlns:p14="http://schemas.microsoft.com/office/powerpoint/2010/main" val="1465292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215281-4D42-18FF-9D84-0AE22377330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8A56C85-15DC-28C5-667C-10554C31893C}"/>
              </a:ext>
            </a:extLst>
          </p:cNvPr>
          <p:cNvSpPr>
            <a:spLocks noGrp="1"/>
          </p:cNvSpPr>
          <p:nvPr>
            <p:ph type="title"/>
          </p:nvPr>
        </p:nvSpPr>
        <p:spPr/>
        <p:txBody>
          <a:bodyPr>
            <a:normAutofit/>
          </a:bodyPr>
          <a:lstStyle/>
          <a:p>
            <a:pPr algn="l"/>
            <a:r>
              <a:rPr lang="es-CL" dirty="0"/>
              <a:t>Capa de Métodos</a:t>
            </a:r>
          </a:p>
        </p:txBody>
      </p:sp>
      <p:sp>
        <p:nvSpPr>
          <p:cNvPr id="3" name="Marcador de contenido 2">
            <a:extLst>
              <a:ext uri="{FF2B5EF4-FFF2-40B4-BE49-F238E27FC236}">
                <a16:creationId xmlns:a16="http://schemas.microsoft.com/office/drawing/2014/main" id="{72B81CFC-8D9B-584A-8B06-32605AFA5B94}"/>
              </a:ext>
            </a:extLst>
          </p:cNvPr>
          <p:cNvSpPr txBox="1">
            <a:spLocks/>
          </p:cNvSpPr>
          <p:nvPr/>
        </p:nvSpPr>
        <p:spPr>
          <a:xfrm>
            <a:off x="1981200" y="1417638"/>
            <a:ext cx="4402832" cy="4939159"/>
          </a:xfrm>
          <a:prstGeom prst="rect">
            <a:avLst/>
          </a:prstGeom>
        </p:spPr>
        <p:txBody>
          <a:bodyPr>
            <a:noAutofit/>
          </a:bodyPr>
          <a:lstStyle>
            <a:lvl1pPr marL="342900" indent="-342900" algn="l" defTabSz="457200" rtl="0" eaLnBrk="1" latinLnBrk="0" hangingPunct="1">
              <a:spcBef>
                <a:spcPct val="20000"/>
              </a:spcBef>
              <a:buFont typeface="Arial"/>
              <a:buChar char="•"/>
              <a:defRPr sz="2400" kern="1200">
                <a:solidFill>
                  <a:schemeClr val="tx1"/>
                </a:solidFill>
                <a:latin typeface="+mn-lt"/>
                <a:ea typeface="+mn-ea"/>
                <a:cs typeface="Myriad Pro"/>
              </a:defRPr>
            </a:lvl1pPr>
            <a:lvl2pPr marL="742950" indent="-285750" algn="l" defTabSz="457200" rtl="0" eaLnBrk="1" latinLnBrk="0" hangingPunct="1">
              <a:spcBef>
                <a:spcPct val="20000"/>
              </a:spcBef>
              <a:buFont typeface="Arial"/>
              <a:buChar char="–"/>
              <a:defRPr sz="2000" kern="1200">
                <a:solidFill>
                  <a:schemeClr val="tx1"/>
                </a:solidFill>
                <a:latin typeface="+mn-lt"/>
                <a:ea typeface="+mn-ea"/>
                <a:cs typeface="Myriad Pro"/>
              </a:defRPr>
            </a:lvl2pPr>
            <a:lvl3pPr marL="1143000" indent="-228600" algn="l" defTabSz="457200" rtl="0" eaLnBrk="1" latinLnBrk="0" hangingPunct="1">
              <a:spcBef>
                <a:spcPct val="20000"/>
              </a:spcBef>
              <a:buFont typeface="Arial"/>
              <a:buChar char="•"/>
              <a:defRPr sz="1800" kern="1200">
                <a:solidFill>
                  <a:schemeClr val="tx1"/>
                </a:solidFill>
                <a:latin typeface="+mn-lt"/>
                <a:ea typeface="+mn-ea"/>
                <a:cs typeface="Myriad Pro"/>
              </a:defRPr>
            </a:lvl3pPr>
            <a:lvl4pPr marL="1600200" indent="-228600" algn="l" defTabSz="457200" rtl="0" eaLnBrk="1" latinLnBrk="0" hangingPunct="1">
              <a:spcBef>
                <a:spcPct val="20000"/>
              </a:spcBef>
              <a:buFont typeface="Arial"/>
              <a:buChar char="–"/>
              <a:defRPr sz="1600" kern="1200">
                <a:solidFill>
                  <a:schemeClr val="tx1"/>
                </a:solidFill>
                <a:latin typeface="+mn-lt"/>
                <a:ea typeface="+mn-ea"/>
                <a:cs typeface="Myriad Pro"/>
              </a:defRPr>
            </a:lvl4pPr>
            <a:lvl5pPr marL="2057400" indent="-228600" algn="l" defTabSz="457200" rtl="0" eaLnBrk="1" latinLnBrk="0" hangingPunct="1">
              <a:spcBef>
                <a:spcPct val="20000"/>
              </a:spcBef>
              <a:buFont typeface="Arial"/>
              <a:buChar char="»"/>
              <a:defRPr sz="1600" kern="1200">
                <a:solidFill>
                  <a:schemeClr val="tx1"/>
                </a:solidFill>
                <a:latin typeface="+mn-lt"/>
                <a:ea typeface="+mn-ea"/>
                <a:cs typeface="Myriad Pro"/>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buClr>
                <a:srgbClr val="FF0000"/>
              </a:buClr>
            </a:pPr>
            <a:endParaRPr lang="es-CL" sz="1800" dirty="0"/>
          </a:p>
        </p:txBody>
      </p:sp>
      <p:grpSp>
        <p:nvGrpSpPr>
          <p:cNvPr id="5" name="Agrupar 2">
            <a:extLst>
              <a:ext uri="{FF2B5EF4-FFF2-40B4-BE49-F238E27FC236}">
                <a16:creationId xmlns:a16="http://schemas.microsoft.com/office/drawing/2014/main" id="{14401FC1-170C-DAD9-9A5B-9F2AFFD3B953}"/>
              </a:ext>
            </a:extLst>
          </p:cNvPr>
          <p:cNvGrpSpPr/>
          <p:nvPr/>
        </p:nvGrpSpPr>
        <p:grpSpPr>
          <a:xfrm>
            <a:off x="0" y="6470073"/>
            <a:ext cx="12192000" cy="387927"/>
            <a:chOff x="0" y="6470073"/>
            <a:chExt cx="12192000" cy="387927"/>
          </a:xfrm>
        </p:grpSpPr>
        <p:sp>
          <p:nvSpPr>
            <p:cNvPr id="6" name="Rectángulo 5">
              <a:extLst>
                <a:ext uri="{FF2B5EF4-FFF2-40B4-BE49-F238E27FC236}">
                  <a16:creationId xmlns:a16="http://schemas.microsoft.com/office/drawing/2014/main" id="{96DF33A4-76B3-5EA8-9E96-EFCF0A8B3EC0}"/>
                </a:ext>
              </a:extLst>
            </p:cNvPr>
            <p:cNvSpPr/>
            <p:nvPr/>
          </p:nvSpPr>
          <p:spPr>
            <a:xfrm>
              <a:off x="0" y="6470073"/>
              <a:ext cx="6248400" cy="387927"/>
            </a:xfrm>
            <a:prstGeom prst="rect">
              <a:avLst/>
            </a:prstGeom>
            <a:solidFill>
              <a:srgbClr val="004C8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7" name="Rectángulo 6">
              <a:extLst>
                <a:ext uri="{FF2B5EF4-FFF2-40B4-BE49-F238E27FC236}">
                  <a16:creationId xmlns:a16="http://schemas.microsoft.com/office/drawing/2014/main" id="{4E1817A4-C002-1633-754E-77F7A8515E01}"/>
                </a:ext>
              </a:extLst>
            </p:cNvPr>
            <p:cNvSpPr/>
            <p:nvPr/>
          </p:nvSpPr>
          <p:spPr>
            <a:xfrm>
              <a:off x="5943600" y="6761018"/>
              <a:ext cx="6248400" cy="96982"/>
            </a:xfrm>
            <a:prstGeom prst="rect">
              <a:avLst/>
            </a:prstGeom>
            <a:solidFill>
              <a:srgbClr val="004C8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grpSp>
      <p:pic>
        <p:nvPicPr>
          <p:cNvPr id="8" name="Imagen 7">
            <a:extLst>
              <a:ext uri="{FF2B5EF4-FFF2-40B4-BE49-F238E27FC236}">
                <a16:creationId xmlns:a16="http://schemas.microsoft.com/office/drawing/2014/main" id="{6FA9570E-D2A4-1762-4C7A-9A8707A74D9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72124" y="575657"/>
            <a:ext cx="2486755" cy="865685"/>
          </a:xfrm>
          <a:prstGeom prst="rect">
            <a:avLst/>
          </a:prstGeom>
        </p:spPr>
      </p:pic>
      <p:pic>
        <p:nvPicPr>
          <p:cNvPr id="9" name="Imagen 8">
            <a:extLst>
              <a:ext uri="{FF2B5EF4-FFF2-40B4-BE49-F238E27FC236}">
                <a16:creationId xmlns:a16="http://schemas.microsoft.com/office/drawing/2014/main" id="{7C353817-AA5A-2F51-6F83-25ACABC034F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61994" y="3607734"/>
            <a:ext cx="511809" cy="2862339"/>
          </a:xfrm>
          <a:prstGeom prst="rect">
            <a:avLst/>
          </a:prstGeom>
        </p:spPr>
      </p:pic>
      <p:sp>
        <p:nvSpPr>
          <p:cNvPr id="16" name="Marcador de contenido 15">
            <a:extLst>
              <a:ext uri="{FF2B5EF4-FFF2-40B4-BE49-F238E27FC236}">
                <a16:creationId xmlns:a16="http://schemas.microsoft.com/office/drawing/2014/main" id="{34A66EBF-B84F-3F23-B295-40DC024A450F}"/>
              </a:ext>
            </a:extLst>
          </p:cNvPr>
          <p:cNvSpPr>
            <a:spLocks noGrp="1"/>
          </p:cNvSpPr>
          <p:nvPr>
            <p:ph idx="13"/>
          </p:nvPr>
        </p:nvSpPr>
        <p:spPr>
          <a:xfrm>
            <a:off x="609600" y="1600201"/>
            <a:ext cx="10213910" cy="4893576"/>
          </a:xfrm>
        </p:spPr>
        <p:txBody>
          <a:bodyPr/>
          <a:lstStyle/>
          <a:p>
            <a:r>
              <a:rPr lang="es-MX" dirty="0"/>
              <a:t>Comprende técnicas y prácticas utilizadas en el desarrollo del software.</a:t>
            </a:r>
          </a:p>
          <a:p>
            <a:r>
              <a:rPr lang="es-MX" dirty="0"/>
              <a:t>Incluye metodologías para el análisis, diseño, implementación, prueba y mantenimiento del software.</a:t>
            </a:r>
          </a:p>
          <a:p>
            <a:r>
              <a:rPr lang="es-MX" dirty="0"/>
              <a:t>Ejemplos: UML para modelado, patrones de diseño, principios SOLID, etc.</a:t>
            </a:r>
            <a:endParaRPr lang="es-CL" dirty="0"/>
          </a:p>
        </p:txBody>
      </p:sp>
    </p:spTree>
    <p:extLst>
      <p:ext uri="{BB962C8B-B14F-4D97-AF65-F5344CB8AC3E}">
        <p14:creationId xmlns:p14="http://schemas.microsoft.com/office/powerpoint/2010/main" val="37743020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511ED5-6A3F-016A-CE20-DB55852EED6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23E5DB6-F5E2-BA0E-B1E4-EE36A3305176}"/>
              </a:ext>
            </a:extLst>
          </p:cNvPr>
          <p:cNvSpPr>
            <a:spLocks noGrp="1"/>
          </p:cNvSpPr>
          <p:nvPr>
            <p:ph type="title"/>
          </p:nvPr>
        </p:nvSpPr>
        <p:spPr/>
        <p:txBody>
          <a:bodyPr>
            <a:normAutofit/>
          </a:bodyPr>
          <a:lstStyle/>
          <a:p>
            <a:pPr algn="l"/>
            <a:r>
              <a:rPr lang="es-CL" dirty="0"/>
              <a:t>Capa de Herramientas</a:t>
            </a:r>
          </a:p>
        </p:txBody>
      </p:sp>
      <p:sp>
        <p:nvSpPr>
          <p:cNvPr id="3" name="Marcador de contenido 2">
            <a:extLst>
              <a:ext uri="{FF2B5EF4-FFF2-40B4-BE49-F238E27FC236}">
                <a16:creationId xmlns:a16="http://schemas.microsoft.com/office/drawing/2014/main" id="{A36FC6D8-7C95-920F-7375-E6247DDFF6D3}"/>
              </a:ext>
            </a:extLst>
          </p:cNvPr>
          <p:cNvSpPr txBox="1">
            <a:spLocks/>
          </p:cNvSpPr>
          <p:nvPr/>
        </p:nvSpPr>
        <p:spPr>
          <a:xfrm>
            <a:off x="1981200" y="1417638"/>
            <a:ext cx="4402832" cy="4939159"/>
          </a:xfrm>
          <a:prstGeom prst="rect">
            <a:avLst/>
          </a:prstGeom>
        </p:spPr>
        <p:txBody>
          <a:bodyPr>
            <a:noAutofit/>
          </a:bodyPr>
          <a:lstStyle>
            <a:lvl1pPr marL="342900" indent="-342900" algn="l" defTabSz="457200" rtl="0" eaLnBrk="1" latinLnBrk="0" hangingPunct="1">
              <a:spcBef>
                <a:spcPct val="20000"/>
              </a:spcBef>
              <a:buFont typeface="Arial"/>
              <a:buChar char="•"/>
              <a:defRPr sz="2400" kern="1200">
                <a:solidFill>
                  <a:schemeClr val="tx1"/>
                </a:solidFill>
                <a:latin typeface="+mn-lt"/>
                <a:ea typeface="+mn-ea"/>
                <a:cs typeface="Myriad Pro"/>
              </a:defRPr>
            </a:lvl1pPr>
            <a:lvl2pPr marL="742950" indent="-285750" algn="l" defTabSz="457200" rtl="0" eaLnBrk="1" latinLnBrk="0" hangingPunct="1">
              <a:spcBef>
                <a:spcPct val="20000"/>
              </a:spcBef>
              <a:buFont typeface="Arial"/>
              <a:buChar char="–"/>
              <a:defRPr sz="2000" kern="1200">
                <a:solidFill>
                  <a:schemeClr val="tx1"/>
                </a:solidFill>
                <a:latin typeface="+mn-lt"/>
                <a:ea typeface="+mn-ea"/>
                <a:cs typeface="Myriad Pro"/>
              </a:defRPr>
            </a:lvl2pPr>
            <a:lvl3pPr marL="1143000" indent="-228600" algn="l" defTabSz="457200" rtl="0" eaLnBrk="1" latinLnBrk="0" hangingPunct="1">
              <a:spcBef>
                <a:spcPct val="20000"/>
              </a:spcBef>
              <a:buFont typeface="Arial"/>
              <a:buChar char="•"/>
              <a:defRPr sz="1800" kern="1200">
                <a:solidFill>
                  <a:schemeClr val="tx1"/>
                </a:solidFill>
                <a:latin typeface="+mn-lt"/>
                <a:ea typeface="+mn-ea"/>
                <a:cs typeface="Myriad Pro"/>
              </a:defRPr>
            </a:lvl3pPr>
            <a:lvl4pPr marL="1600200" indent="-228600" algn="l" defTabSz="457200" rtl="0" eaLnBrk="1" latinLnBrk="0" hangingPunct="1">
              <a:spcBef>
                <a:spcPct val="20000"/>
              </a:spcBef>
              <a:buFont typeface="Arial"/>
              <a:buChar char="–"/>
              <a:defRPr sz="1600" kern="1200">
                <a:solidFill>
                  <a:schemeClr val="tx1"/>
                </a:solidFill>
                <a:latin typeface="+mn-lt"/>
                <a:ea typeface="+mn-ea"/>
                <a:cs typeface="Myriad Pro"/>
              </a:defRPr>
            </a:lvl4pPr>
            <a:lvl5pPr marL="2057400" indent="-228600" algn="l" defTabSz="457200" rtl="0" eaLnBrk="1" latinLnBrk="0" hangingPunct="1">
              <a:spcBef>
                <a:spcPct val="20000"/>
              </a:spcBef>
              <a:buFont typeface="Arial"/>
              <a:buChar char="»"/>
              <a:defRPr sz="1600" kern="1200">
                <a:solidFill>
                  <a:schemeClr val="tx1"/>
                </a:solidFill>
                <a:latin typeface="+mn-lt"/>
                <a:ea typeface="+mn-ea"/>
                <a:cs typeface="Myriad Pro"/>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buClr>
                <a:srgbClr val="FF0000"/>
              </a:buClr>
            </a:pPr>
            <a:endParaRPr lang="es-CL" sz="1800" dirty="0"/>
          </a:p>
        </p:txBody>
      </p:sp>
      <p:grpSp>
        <p:nvGrpSpPr>
          <p:cNvPr id="5" name="Agrupar 2">
            <a:extLst>
              <a:ext uri="{FF2B5EF4-FFF2-40B4-BE49-F238E27FC236}">
                <a16:creationId xmlns:a16="http://schemas.microsoft.com/office/drawing/2014/main" id="{82805FCE-5CB8-4246-348F-327948E36791}"/>
              </a:ext>
            </a:extLst>
          </p:cNvPr>
          <p:cNvGrpSpPr/>
          <p:nvPr/>
        </p:nvGrpSpPr>
        <p:grpSpPr>
          <a:xfrm>
            <a:off x="0" y="6470073"/>
            <a:ext cx="12192000" cy="387927"/>
            <a:chOff x="0" y="6470073"/>
            <a:chExt cx="12192000" cy="387927"/>
          </a:xfrm>
        </p:grpSpPr>
        <p:sp>
          <p:nvSpPr>
            <p:cNvPr id="6" name="Rectángulo 5">
              <a:extLst>
                <a:ext uri="{FF2B5EF4-FFF2-40B4-BE49-F238E27FC236}">
                  <a16:creationId xmlns:a16="http://schemas.microsoft.com/office/drawing/2014/main" id="{B4AF27E0-25A1-EDCE-43CE-0858106D0E39}"/>
                </a:ext>
              </a:extLst>
            </p:cNvPr>
            <p:cNvSpPr/>
            <p:nvPr/>
          </p:nvSpPr>
          <p:spPr>
            <a:xfrm>
              <a:off x="0" y="6470073"/>
              <a:ext cx="6248400" cy="387927"/>
            </a:xfrm>
            <a:prstGeom prst="rect">
              <a:avLst/>
            </a:prstGeom>
            <a:solidFill>
              <a:srgbClr val="004C8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7" name="Rectángulo 6">
              <a:extLst>
                <a:ext uri="{FF2B5EF4-FFF2-40B4-BE49-F238E27FC236}">
                  <a16:creationId xmlns:a16="http://schemas.microsoft.com/office/drawing/2014/main" id="{DF7C98F1-DE0B-7CD3-2391-60D536B3D73B}"/>
                </a:ext>
              </a:extLst>
            </p:cNvPr>
            <p:cNvSpPr/>
            <p:nvPr/>
          </p:nvSpPr>
          <p:spPr>
            <a:xfrm>
              <a:off x="5943600" y="6761018"/>
              <a:ext cx="6248400" cy="96982"/>
            </a:xfrm>
            <a:prstGeom prst="rect">
              <a:avLst/>
            </a:prstGeom>
            <a:solidFill>
              <a:srgbClr val="004C8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grpSp>
      <p:pic>
        <p:nvPicPr>
          <p:cNvPr id="8" name="Imagen 7">
            <a:extLst>
              <a:ext uri="{FF2B5EF4-FFF2-40B4-BE49-F238E27FC236}">
                <a16:creationId xmlns:a16="http://schemas.microsoft.com/office/drawing/2014/main" id="{F723F173-E43D-660E-CCC4-7CFAE2360CA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72124" y="575657"/>
            <a:ext cx="2486755" cy="865685"/>
          </a:xfrm>
          <a:prstGeom prst="rect">
            <a:avLst/>
          </a:prstGeom>
        </p:spPr>
      </p:pic>
      <p:pic>
        <p:nvPicPr>
          <p:cNvPr id="9" name="Imagen 8">
            <a:extLst>
              <a:ext uri="{FF2B5EF4-FFF2-40B4-BE49-F238E27FC236}">
                <a16:creationId xmlns:a16="http://schemas.microsoft.com/office/drawing/2014/main" id="{67FEC1C2-67EC-1915-3F0D-9746837F5AD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61994" y="3607734"/>
            <a:ext cx="511809" cy="2862339"/>
          </a:xfrm>
          <a:prstGeom prst="rect">
            <a:avLst/>
          </a:prstGeom>
        </p:spPr>
      </p:pic>
      <p:sp>
        <p:nvSpPr>
          <p:cNvPr id="16" name="Marcador de contenido 15">
            <a:extLst>
              <a:ext uri="{FF2B5EF4-FFF2-40B4-BE49-F238E27FC236}">
                <a16:creationId xmlns:a16="http://schemas.microsoft.com/office/drawing/2014/main" id="{691A82CA-080F-8182-2B99-350EF1CEE36E}"/>
              </a:ext>
            </a:extLst>
          </p:cNvPr>
          <p:cNvSpPr>
            <a:spLocks noGrp="1"/>
          </p:cNvSpPr>
          <p:nvPr>
            <p:ph idx="13"/>
          </p:nvPr>
        </p:nvSpPr>
        <p:spPr>
          <a:xfrm>
            <a:off x="609600" y="1600201"/>
            <a:ext cx="10213910" cy="4893576"/>
          </a:xfrm>
        </p:spPr>
        <p:txBody>
          <a:bodyPr/>
          <a:lstStyle/>
          <a:p>
            <a:r>
              <a:rPr lang="es-MX" dirty="0"/>
              <a:t>Proporciona el soporte automatizado para aplicar los métodos y procesos de software.</a:t>
            </a:r>
          </a:p>
          <a:p>
            <a:r>
              <a:rPr lang="es-MX" dirty="0"/>
              <a:t>Incluye </a:t>
            </a:r>
            <a:r>
              <a:rPr lang="es-MX" dirty="0" err="1"/>
              <a:t>IDEs</a:t>
            </a:r>
            <a:r>
              <a:rPr lang="es-MX" dirty="0"/>
              <a:t>, herramientas de modelado, control de versiones, herramientas de prueba y CI/CD.</a:t>
            </a:r>
          </a:p>
          <a:p>
            <a:r>
              <a:rPr lang="es-MX" dirty="0"/>
              <a:t>Ejemplos: Eclipse, Visual Studio, Git, Jenkins, SonarQube, etc.</a:t>
            </a:r>
            <a:endParaRPr lang="es-CL" dirty="0"/>
          </a:p>
        </p:txBody>
      </p:sp>
    </p:spTree>
    <p:extLst>
      <p:ext uri="{BB962C8B-B14F-4D97-AF65-F5344CB8AC3E}">
        <p14:creationId xmlns:p14="http://schemas.microsoft.com/office/powerpoint/2010/main" val="10963194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4B2EDE-2AA9-A17B-75F1-67F62882D44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0CA5D0B-9AB3-DC26-BB95-84549F7FEC9F}"/>
              </a:ext>
            </a:extLst>
          </p:cNvPr>
          <p:cNvSpPr>
            <a:spLocks noGrp="1"/>
          </p:cNvSpPr>
          <p:nvPr>
            <p:ph type="title"/>
          </p:nvPr>
        </p:nvSpPr>
        <p:spPr/>
        <p:txBody>
          <a:bodyPr>
            <a:normAutofit/>
          </a:bodyPr>
          <a:lstStyle/>
          <a:p>
            <a:pPr algn="l"/>
            <a:r>
              <a:rPr lang="es-MX" dirty="0"/>
              <a:t>Marco de trabajo del proceso</a:t>
            </a:r>
            <a:endParaRPr lang="es-CL" dirty="0"/>
          </a:p>
        </p:txBody>
      </p:sp>
      <p:sp>
        <p:nvSpPr>
          <p:cNvPr id="3" name="Marcador de contenido 2">
            <a:extLst>
              <a:ext uri="{FF2B5EF4-FFF2-40B4-BE49-F238E27FC236}">
                <a16:creationId xmlns:a16="http://schemas.microsoft.com/office/drawing/2014/main" id="{442C5CA5-1D46-3F3D-6840-E0175E24A71A}"/>
              </a:ext>
            </a:extLst>
          </p:cNvPr>
          <p:cNvSpPr txBox="1">
            <a:spLocks/>
          </p:cNvSpPr>
          <p:nvPr/>
        </p:nvSpPr>
        <p:spPr>
          <a:xfrm>
            <a:off x="1981200" y="1417638"/>
            <a:ext cx="4402832" cy="4939159"/>
          </a:xfrm>
          <a:prstGeom prst="rect">
            <a:avLst/>
          </a:prstGeom>
        </p:spPr>
        <p:txBody>
          <a:bodyPr>
            <a:noAutofit/>
          </a:bodyPr>
          <a:lstStyle>
            <a:lvl1pPr marL="342900" indent="-342900" algn="l" defTabSz="457200" rtl="0" eaLnBrk="1" latinLnBrk="0" hangingPunct="1">
              <a:spcBef>
                <a:spcPct val="20000"/>
              </a:spcBef>
              <a:buFont typeface="Arial"/>
              <a:buChar char="•"/>
              <a:defRPr sz="2400" kern="1200">
                <a:solidFill>
                  <a:schemeClr val="tx1"/>
                </a:solidFill>
                <a:latin typeface="+mn-lt"/>
                <a:ea typeface="+mn-ea"/>
                <a:cs typeface="Myriad Pro"/>
              </a:defRPr>
            </a:lvl1pPr>
            <a:lvl2pPr marL="742950" indent="-285750" algn="l" defTabSz="457200" rtl="0" eaLnBrk="1" latinLnBrk="0" hangingPunct="1">
              <a:spcBef>
                <a:spcPct val="20000"/>
              </a:spcBef>
              <a:buFont typeface="Arial"/>
              <a:buChar char="–"/>
              <a:defRPr sz="2000" kern="1200">
                <a:solidFill>
                  <a:schemeClr val="tx1"/>
                </a:solidFill>
                <a:latin typeface="+mn-lt"/>
                <a:ea typeface="+mn-ea"/>
                <a:cs typeface="Myriad Pro"/>
              </a:defRPr>
            </a:lvl2pPr>
            <a:lvl3pPr marL="1143000" indent="-228600" algn="l" defTabSz="457200" rtl="0" eaLnBrk="1" latinLnBrk="0" hangingPunct="1">
              <a:spcBef>
                <a:spcPct val="20000"/>
              </a:spcBef>
              <a:buFont typeface="Arial"/>
              <a:buChar char="•"/>
              <a:defRPr sz="1800" kern="1200">
                <a:solidFill>
                  <a:schemeClr val="tx1"/>
                </a:solidFill>
                <a:latin typeface="+mn-lt"/>
                <a:ea typeface="+mn-ea"/>
                <a:cs typeface="Myriad Pro"/>
              </a:defRPr>
            </a:lvl3pPr>
            <a:lvl4pPr marL="1600200" indent="-228600" algn="l" defTabSz="457200" rtl="0" eaLnBrk="1" latinLnBrk="0" hangingPunct="1">
              <a:spcBef>
                <a:spcPct val="20000"/>
              </a:spcBef>
              <a:buFont typeface="Arial"/>
              <a:buChar char="–"/>
              <a:defRPr sz="1600" kern="1200">
                <a:solidFill>
                  <a:schemeClr val="tx1"/>
                </a:solidFill>
                <a:latin typeface="+mn-lt"/>
                <a:ea typeface="+mn-ea"/>
                <a:cs typeface="Myriad Pro"/>
              </a:defRPr>
            </a:lvl4pPr>
            <a:lvl5pPr marL="2057400" indent="-228600" algn="l" defTabSz="457200" rtl="0" eaLnBrk="1" latinLnBrk="0" hangingPunct="1">
              <a:spcBef>
                <a:spcPct val="20000"/>
              </a:spcBef>
              <a:buFont typeface="Arial"/>
              <a:buChar char="»"/>
              <a:defRPr sz="1600" kern="1200">
                <a:solidFill>
                  <a:schemeClr val="tx1"/>
                </a:solidFill>
                <a:latin typeface="+mn-lt"/>
                <a:ea typeface="+mn-ea"/>
                <a:cs typeface="Myriad Pro"/>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buClr>
                <a:srgbClr val="FF0000"/>
              </a:buClr>
            </a:pPr>
            <a:endParaRPr lang="es-CL" sz="1800" dirty="0"/>
          </a:p>
        </p:txBody>
      </p:sp>
      <p:grpSp>
        <p:nvGrpSpPr>
          <p:cNvPr id="5" name="Agrupar 2">
            <a:extLst>
              <a:ext uri="{FF2B5EF4-FFF2-40B4-BE49-F238E27FC236}">
                <a16:creationId xmlns:a16="http://schemas.microsoft.com/office/drawing/2014/main" id="{270F2A0D-0AC7-1794-026B-4750004BF524}"/>
              </a:ext>
            </a:extLst>
          </p:cNvPr>
          <p:cNvGrpSpPr/>
          <p:nvPr/>
        </p:nvGrpSpPr>
        <p:grpSpPr>
          <a:xfrm>
            <a:off x="0" y="6470073"/>
            <a:ext cx="12192000" cy="387927"/>
            <a:chOff x="0" y="6470073"/>
            <a:chExt cx="12192000" cy="387927"/>
          </a:xfrm>
        </p:grpSpPr>
        <p:sp>
          <p:nvSpPr>
            <p:cNvPr id="6" name="Rectángulo 5">
              <a:extLst>
                <a:ext uri="{FF2B5EF4-FFF2-40B4-BE49-F238E27FC236}">
                  <a16:creationId xmlns:a16="http://schemas.microsoft.com/office/drawing/2014/main" id="{C7BA304D-12FE-4D34-CF54-CB35D7747581}"/>
                </a:ext>
              </a:extLst>
            </p:cNvPr>
            <p:cNvSpPr/>
            <p:nvPr/>
          </p:nvSpPr>
          <p:spPr>
            <a:xfrm>
              <a:off x="0" y="6470073"/>
              <a:ext cx="6248400" cy="387927"/>
            </a:xfrm>
            <a:prstGeom prst="rect">
              <a:avLst/>
            </a:prstGeom>
            <a:solidFill>
              <a:srgbClr val="004C8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7" name="Rectángulo 6">
              <a:extLst>
                <a:ext uri="{FF2B5EF4-FFF2-40B4-BE49-F238E27FC236}">
                  <a16:creationId xmlns:a16="http://schemas.microsoft.com/office/drawing/2014/main" id="{FE31A039-27A9-119C-CDA2-BAE9B20DED19}"/>
                </a:ext>
              </a:extLst>
            </p:cNvPr>
            <p:cNvSpPr/>
            <p:nvPr/>
          </p:nvSpPr>
          <p:spPr>
            <a:xfrm>
              <a:off x="5943600" y="6761018"/>
              <a:ext cx="6248400" cy="96982"/>
            </a:xfrm>
            <a:prstGeom prst="rect">
              <a:avLst/>
            </a:prstGeom>
            <a:solidFill>
              <a:srgbClr val="004C8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grpSp>
      <p:pic>
        <p:nvPicPr>
          <p:cNvPr id="8" name="Imagen 7">
            <a:extLst>
              <a:ext uri="{FF2B5EF4-FFF2-40B4-BE49-F238E27FC236}">
                <a16:creationId xmlns:a16="http://schemas.microsoft.com/office/drawing/2014/main" id="{F1950BE9-6D75-77A5-F889-FB5CA5A7980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72124" y="575657"/>
            <a:ext cx="2486755" cy="865685"/>
          </a:xfrm>
          <a:prstGeom prst="rect">
            <a:avLst/>
          </a:prstGeom>
        </p:spPr>
      </p:pic>
      <p:pic>
        <p:nvPicPr>
          <p:cNvPr id="9" name="Imagen 8">
            <a:extLst>
              <a:ext uri="{FF2B5EF4-FFF2-40B4-BE49-F238E27FC236}">
                <a16:creationId xmlns:a16="http://schemas.microsoft.com/office/drawing/2014/main" id="{325203D0-1D50-349F-DCF3-21534D3776D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61994" y="3607734"/>
            <a:ext cx="511809" cy="2862339"/>
          </a:xfrm>
          <a:prstGeom prst="rect">
            <a:avLst/>
          </a:prstGeom>
        </p:spPr>
      </p:pic>
      <p:sp>
        <p:nvSpPr>
          <p:cNvPr id="16" name="Marcador de contenido 15">
            <a:extLst>
              <a:ext uri="{FF2B5EF4-FFF2-40B4-BE49-F238E27FC236}">
                <a16:creationId xmlns:a16="http://schemas.microsoft.com/office/drawing/2014/main" id="{AB4849EB-97DE-35A2-CE26-2D06636460BA}"/>
              </a:ext>
            </a:extLst>
          </p:cNvPr>
          <p:cNvSpPr>
            <a:spLocks noGrp="1"/>
          </p:cNvSpPr>
          <p:nvPr>
            <p:ph idx="13"/>
          </p:nvPr>
        </p:nvSpPr>
        <p:spPr>
          <a:xfrm>
            <a:off x="609600" y="1600201"/>
            <a:ext cx="10213910" cy="4893576"/>
          </a:xfrm>
        </p:spPr>
        <p:txBody>
          <a:bodyPr>
            <a:normAutofit lnSpcReduction="10000"/>
          </a:bodyPr>
          <a:lstStyle/>
          <a:p>
            <a:pPr algn="just"/>
            <a:r>
              <a:rPr lang="es-MX" sz="2200" b="1" dirty="0"/>
              <a:t>Comunicación</a:t>
            </a:r>
            <a:r>
              <a:rPr lang="es-MX" sz="2200" dirty="0"/>
              <a:t>: </a:t>
            </a:r>
          </a:p>
          <a:p>
            <a:pPr lvl="1" algn="just"/>
            <a:r>
              <a:rPr lang="es-MX" sz="1800" dirty="0"/>
              <a:t>La comunicación es crítica a la hora de colaborar con el cliente (y con otros participantes). Se busca entender los objetivos de los participantes respecto del proyecto, y reunir los  requerimientos que ayuden a definir las características y funciones del software.</a:t>
            </a:r>
          </a:p>
          <a:p>
            <a:pPr algn="just"/>
            <a:r>
              <a:rPr lang="es-MX" sz="2200" b="1" dirty="0"/>
              <a:t>Planeación</a:t>
            </a:r>
            <a:r>
              <a:rPr lang="es-MX" sz="2200" dirty="0"/>
              <a:t>: </a:t>
            </a:r>
          </a:p>
          <a:p>
            <a:pPr lvl="1" algn="just"/>
            <a:r>
              <a:rPr lang="es-MX" sz="1800" dirty="0"/>
              <a:t>Define el trabajo de ingeniería de software al describir las tareas técnicas por realizar, los riesgos probables, los recursos que se requieren, los productos del trabajo que se obtendrán y una programación de las actividades.</a:t>
            </a:r>
          </a:p>
          <a:p>
            <a:pPr algn="just"/>
            <a:r>
              <a:rPr lang="es-MX" sz="2200" b="1" dirty="0"/>
              <a:t>Modelado</a:t>
            </a:r>
            <a:r>
              <a:rPr lang="es-MX" sz="2200" dirty="0"/>
              <a:t>: </a:t>
            </a:r>
          </a:p>
          <a:p>
            <a:pPr lvl="1" algn="just"/>
            <a:r>
              <a:rPr lang="es-MX" sz="1800" dirty="0"/>
              <a:t>Habla sobre la creación de modelos a fin de entender mejor los requerimientos del software y el diseño que los satisfará.</a:t>
            </a:r>
          </a:p>
          <a:p>
            <a:pPr algn="just"/>
            <a:r>
              <a:rPr lang="es-MX" sz="2200" b="1" dirty="0"/>
              <a:t>Construcción</a:t>
            </a:r>
            <a:r>
              <a:rPr lang="es-MX" sz="2200" dirty="0"/>
              <a:t>:</a:t>
            </a:r>
          </a:p>
          <a:p>
            <a:pPr lvl="1" algn="just"/>
            <a:r>
              <a:rPr lang="es-MX" sz="1800" dirty="0"/>
              <a:t>Aquí se combina la generación de código y las pruebas requeridas para descubrir errores en el código.</a:t>
            </a:r>
          </a:p>
          <a:p>
            <a:pPr algn="just"/>
            <a:r>
              <a:rPr lang="es-MX" sz="2200" b="1" dirty="0"/>
              <a:t>Implementación</a:t>
            </a:r>
            <a:r>
              <a:rPr lang="es-MX" sz="2200" dirty="0"/>
              <a:t>: </a:t>
            </a:r>
          </a:p>
          <a:p>
            <a:pPr lvl="1" algn="just"/>
            <a:r>
              <a:rPr lang="es-MX" sz="1800" dirty="0"/>
              <a:t>Se entrega el software al cliente, quien evalúa el producto y ofrece retroalimentación.</a:t>
            </a:r>
            <a:endParaRPr lang="es-CL" sz="1800" dirty="0"/>
          </a:p>
        </p:txBody>
      </p:sp>
    </p:spTree>
    <p:extLst>
      <p:ext uri="{BB962C8B-B14F-4D97-AF65-F5344CB8AC3E}">
        <p14:creationId xmlns:p14="http://schemas.microsoft.com/office/powerpoint/2010/main" val="23368560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99AEB1-5533-E2D0-0E40-3242B2CAC9A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B31CCFD-1865-F48F-0FDA-3967FF0A048B}"/>
              </a:ext>
            </a:extLst>
          </p:cNvPr>
          <p:cNvSpPr>
            <a:spLocks noGrp="1"/>
          </p:cNvSpPr>
          <p:nvPr>
            <p:ph type="title"/>
          </p:nvPr>
        </p:nvSpPr>
        <p:spPr/>
        <p:txBody>
          <a:bodyPr>
            <a:normAutofit/>
          </a:bodyPr>
          <a:lstStyle/>
          <a:p>
            <a:pPr algn="l"/>
            <a:r>
              <a:rPr lang="es-CL" dirty="0"/>
              <a:t>Actividades sombrillas</a:t>
            </a:r>
          </a:p>
        </p:txBody>
      </p:sp>
      <p:sp>
        <p:nvSpPr>
          <p:cNvPr id="3" name="Marcador de contenido 2">
            <a:extLst>
              <a:ext uri="{FF2B5EF4-FFF2-40B4-BE49-F238E27FC236}">
                <a16:creationId xmlns:a16="http://schemas.microsoft.com/office/drawing/2014/main" id="{866B8CE6-DAE5-A7C7-3996-7670836F6850}"/>
              </a:ext>
            </a:extLst>
          </p:cNvPr>
          <p:cNvSpPr txBox="1">
            <a:spLocks/>
          </p:cNvSpPr>
          <p:nvPr/>
        </p:nvSpPr>
        <p:spPr>
          <a:xfrm>
            <a:off x="1981200" y="1417638"/>
            <a:ext cx="4402832" cy="4939159"/>
          </a:xfrm>
          <a:prstGeom prst="rect">
            <a:avLst/>
          </a:prstGeom>
        </p:spPr>
        <p:txBody>
          <a:bodyPr>
            <a:noAutofit/>
          </a:bodyPr>
          <a:lstStyle>
            <a:lvl1pPr marL="342900" indent="-342900" algn="l" defTabSz="457200" rtl="0" eaLnBrk="1" latinLnBrk="0" hangingPunct="1">
              <a:spcBef>
                <a:spcPct val="20000"/>
              </a:spcBef>
              <a:buFont typeface="Arial"/>
              <a:buChar char="•"/>
              <a:defRPr sz="2400" kern="1200">
                <a:solidFill>
                  <a:schemeClr val="tx1"/>
                </a:solidFill>
                <a:latin typeface="+mn-lt"/>
                <a:ea typeface="+mn-ea"/>
                <a:cs typeface="Myriad Pro"/>
              </a:defRPr>
            </a:lvl1pPr>
            <a:lvl2pPr marL="742950" indent="-285750" algn="l" defTabSz="457200" rtl="0" eaLnBrk="1" latinLnBrk="0" hangingPunct="1">
              <a:spcBef>
                <a:spcPct val="20000"/>
              </a:spcBef>
              <a:buFont typeface="Arial"/>
              <a:buChar char="–"/>
              <a:defRPr sz="2000" kern="1200">
                <a:solidFill>
                  <a:schemeClr val="tx1"/>
                </a:solidFill>
                <a:latin typeface="+mn-lt"/>
                <a:ea typeface="+mn-ea"/>
                <a:cs typeface="Myriad Pro"/>
              </a:defRPr>
            </a:lvl2pPr>
            <a:lvl3pPr marL="1143000" indent="-228600" algn="l" defTabSz="457200" rtl="0" eaLnBrk="1" latinLnBrk="0" hangingPunct="1">
              <a:spcBef>
                <a:spcPct val="20000"/>
              </a:spcBef>
              <a:buFont typeface="Arial"/>
              <a:buChar char="•"/>
              <a:defRPr sz="1800" kern="1200">
                <a:solidFill>
                  <a:schemeClr val="tx1"/>
                </a:solidFill>
                <a:latin typeface="+mn-lt"/>
                <a:ea typeface="+mn-ea"/>
                <a:cs typeface="Myriad Pro"/>
              </a:defRPr>
            </a:lvl3pPr>
            <a:lvl4pPr marL="1600200" indent="-228600" algn="l" defTabSz="457200" rtl="0" eaLnBrk="1" latinLnBrk="0" hangingPunct="1">
              <a:spcBef>
                <a:spcPct val="20000"/>
              </a:spcBef>
              <a:buFont typeface="Arial"/>
              <a:buChar char="–"/>
              <a:defRPr sz="1600" kern="1200">
                <a:solidFill>
                  <a:schemeClr val="tx1"/>
                </a:solidFill>
                <a:latin typeface="+mn-lt"/>
                <a:ea typeface="+mn-ea"/>
                <a:cs typeface="Myriad Pro"/>
              </a:defRPr>
            </a:lvl4pPr>
            <a:lvl5pPr marL="2057400" indent="-228600" algn="l" defTabSz="457200" rtl="0" eaLnBrk="1" latinLnBrk="0" hangingPunct="1">
              <a:spcBef>
                <a:spcPct val="20000"/>
              </a:spcBef>
              <a:buFont typeface="Arial"/>
              <a:buChar char="»"/>
              <a:defRPr sz="1600" kern="1200">
                <a:solidFill>
                  <a:schemeClr val="tx1"/>
                </a:solidFill>
                <a:latin typeface="+mn-lt"/>
                <a:ea typeface="+mn-ea"/>
                <a:cs typeface="Myriad Pro"/>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buClr>
                <a:srgbClr val="FF0000"/>
              </a:buClr>
            </a:pPr>
            <a:endParaRPr lang="es-CL" sz="1800" dirty="0"/>
          </a:p>
        </p:txBody>
      </p:sp>
      <p:grpSp>
        <p:nvGrpSpPr>
          <p:cNvPr id="5" name="Agrupar 2">
            <a:extLst>
              <a:ext uri="{FF2B5EF4-FFF2-40B4-BE49-F238E27FC236}">
                <a16:creationId xmlns:a16="http://schemas.microsoft.com/office/drawing/2014/main" id="{92484B60-8B95-556E-C497-04CC681A9C2F}"/>
              </a:ext>
            </a:extLst>
          </p:cNvPr>
          <p:cNvGrpSpPr/>
          <p:nvPr/>
        </p:nvGrpSpPr>
        <p:grpSpPr>
          <a:xfrm>
            <a:off x="0" y="6470073"/>
            <a:ext cx="12192000" cy="387927"/>
            <a:chOff x="0" y="6470073"/>
            <a:chExt cx="12192000" cy="387927"/>
          </a:xfrm>
        </p:grpSpPr>
        <p:sp>
          <p:nvSpPr>
            <p:cNvPr id="6" name="Rectángulo 5">
              <a:extLst>
                <a:ext uri="{FF2B5EF4-FFF2-40B4-BE49-F238E27FC236}">
                  <a16:creationId xmlns:a16="http://schemas.microsoft.com/office/drawing/2014/main" id="{2AE4B5D2-706E-6562-3DCF-6F5A6D0843C6}"/>
                </a:ext>
              </a:extLst>
            </p:cNvPr>
            <p:cNvSpPr/>
            <p:nvPr/>
          </p:nvSpPr>
          <p:spPr>
            <a:xfrm>
              <a:off x="0" y="6470073"/>
              <a:ext cx="6248400" cy="387927"/>
            </a:xfrm>
            <a:prstGeom prst="rect">
              <a:avLst/>
            </a:prstGeom>
            <a:solidFill>
              <a:srgbClr val="004C8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7" name="Rectángulo 6">
              <a:extLst>
                <a:ext uri="{FF2B5EF4-FFF2-40B4-BE49-F238E27FC236}">
                  <a16:creationId xmlns:a16="http://schemas.microsoft.com/office/drawing/2014/main" id="{0B0CEE7C-D27E-DC67-64FC-E627CCA033DE}"/>
                </a:ext>
              </a:extLst>
            </p:cNvPr>
            <p:cNvSpPr/>
            <p:nvPr/>
          </p:nvSpPr>
          <p:spPr>
            <a:xfrm>
              <a:off x="5943600" y="6761018"/>
              <a:ext cx="6248400" cy="96982"/>
            </a:xfrm>
            <a:prstGeom prst="rect">
              <a:avLst/>
            </a:prstGeom>
            <a:solidFill>
              <a:srgbClr val="004C8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grpSp>
      <p:pic>
        <p:nvPicPr>
          <p:cNvPr id="8" name="Imagen 7">
            <a:extLst>
              <a:ext uri="{FF2B5EF4-FFF2-40B4-BE49-F238E27FC236}">
                <a16:creationId xmlns:a16="http://schemas.microsoft.com/office/drawing/2014/main" id="{C4258DEB-3A19-0C3E-AB29-92B538866F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72124" y="575657"/>
            <a:ext cx="2486755" cy="865685"/>
          </a:xfrm>
          <a:prstGeom prst="rect">
            <a:avLst/>
          </a:prstGeom>
        </p:spPr>
      </p:pic>
      <p:pic>
        <p:nvPicPr>
          <p:cNvPr id="9" name="Imagen 8">
            <a:extLst>
              <a:ext uri="{FF2B5EF4-FFF2-40B4-BE49-F238E27FC236}">
                <a16:creationId xmlns:a16="http://schemas.microsoft.com/office/drawing/2014/main" id="{1CC3D525-71E4-FB38-CE6C-B51C889BAE7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61994" y="3607734"/>
            <a:ext cx="511809" cy="2862339"/>
          </a:xfrm>
          <a:prstGeom prst="rect">
            <a:avLst/>
          </a:prstGeom>
        </p:spPr>
      </p:pic>
      <p:sp>
        <p:nvSpPr>
          <p:cNvPr id="16" name="Marcador de contenido 15">
            <a:extLst>
              <a:ext uri="{FF2B5EF4-FFF2-40B4-BE49-F238E27FC236}">
                <a16:creationId xmlns:a16="http://schemas.microsoft.com/office/drawing/2014/main" id="{CE58C0DF-8DC2-53CE-8D68-181233114696}"/>
              </a:ext>
            </a:extLst>
          </p:cNvPr>
          <p:cNvSpPr>
            <a:spLocks noGrp="1"/>
          </p:cNvSpPr>
          <p:nvPr>
            <p:ph idx="13"/>
          </p:nvPr>
        </p:nvSpPr>
        <p:spPr>
          <a:xfrm>
            <a:off x="609600" y="1600201"/>
            <a:ext cx="10213910" cy="4893576"/>
          </a:xfrm>
        </p:spPr>
        <p:txBody>
          <a:bodyPr>
            <a:normAutofit fontScale="92500" lnSpcReduction="10000"/>
          </a:bodyPr>
          <a:lstStyle/>
          <a:p>
            <a:r>
              <a:rPr lang="es-MX" sz="2400" dirty="0"/>
              <a:t>Son actividades del marco de trabajo que complementan el desarrollo:</a:t>
            </a:r>
          </a:p>
          <a:p>
            <a:pPr lvl="1"/>
            <a:r>
              <a:rPr lang="es-MX" sz="2000" dirty="0"/>
              <a:t>Seguimiento y control del proyecto de software</a:t>
            </a:r>
          </a:p>
          <a:p>
            <a:pPr lvl="2"/>
            <a:r>
              <a:rPr lang="es-MX" sz="1600" dirty="0"/>
              <a:t>Ej. Trello para monitorear el avance de tareas</a:t>
            </a:r>
          </a:p>
          <a:p>
            <a:pPr lvl="1"/>
            <a:r>
              <a:rPr lang="es-MX" sz="2000" dirty="0"/>
              <a:t>Gestión de riesgos</a:t>
            </a:r>
          </a:p>
          <a:p>
            <a:pPr lvl="2"/>
            <a:r>
              <a:rPr lang="es-MX" sz="1600" dirty="0"/>
              <a:t>Ej. Identificación de riesgos en un proyecto ágil mediante reuniones de planificación.</a:t>
            </a:r>
          </a:p>
          <a:p>
            <a:pPr lvl="1"/>
            <a:r>
              <a:rPr lang="es-MX" sz="2000" dirty="0"/>
              <a:t>Aseguramiento de la calidad del software</a:t>
            </a:r>
          </a:p>
          <a:p>
            <a:pPr lvl="2"/>
            <a:r>
              <a:rPr lang="es-MX" sz="1600" dirty="0"/>
              <a:t>Ej. Implementación de SonarQube en el proceso de CI/CD para analizar la calidad del código</a:t>
            </a:r>
          </a:p>
          <a:p>
            <a:pPr lvl="1"/>
            <a:r>
              <a:rPr lang="es-MX" sz="2000" dirty="0"/>
              <a:t>Revisiones técnicas</a:t>
            </a:r>
          </a:p>
          <a:p>
            <a:pPr lvl="2"/>
            <a:r>
              <a:rPr lang="es-MX" sz="1600" dirty="0"/>
              <a:t>Ej. Realización de </a:t>
            </a:r>
            <a:r>
              <a:rPr lang="es-MX" sz="1600" dirty="0" err="1"/>
              <a:t>Code</a:t>
            </a:r>
            <a:r>
              <a:rPr lang="es-MX" sz="1600" dirty="0"/>
              <a:t> </a:t>
            </a:r>
            <a:r>
              <a:rPr lang="es-MX" sz="1600" dirty="0" err="1"/>
              <a:t>Reviews</a:t>
            </a:r>
            <a:r>
              <a:rPr lang="es-MX" sz="1600" dirty="0"/>
              <a:t>, donde otros desarrolladores revisan el código antes de fusionarlo en el repositorio principal.</a:t>
            </a:r>
          </a:p>
          <a:p>
            <a:pPr lvl="1"/>
            <a:r>
              <a:rPr lang="es-MX" sz="2000" dirty="0"/>
              <a:t>Mediciones</a:t>
            </a:r>
          </a:p>
          <a:p>
            <a:pPr lvl="2"/>
            <a:r>
              <a:rPr lang="es-MX" sz="1600" dirty="0"/>
              <a:t>Ej. Uso de métricas como Puntos de Función, Velocidad del Equipo en Scrum</a:t>
            </a:r>
          </a:p>
          <a:p>
            <a:pPr lvl="1"/>
            <a:r>
              <a:rPr lang="es-MX" sz="2000" dirty="0"/>
              <a:t>Gestión de la configuración del software</a:t>
            </a:r>
          </a:p>
          <a:p>
            <a:pPr lvl="2"/>
            <a:r>
              <a:rPr lang="es-MX" sz="1600" dirty="0"/>
              <a:t>Ej. Uso de Git para gestionar versiones del código y permitir la colaboración en equipo</a:t>
            </a:r>
          </a:p>
          <a:p>
            <a:pPr lvl="1"/>
            <a:r>
              <a:rPr lang="es-MX" sz="2000" dirty="0"/>
              <a:t>Gestión de la reutilización</a:t>
            </a:r>
          </a:p>
          <a:p>
            <a:pPr lvl="2"/>
            <a:r>
              <a:rPr lang="es-MX" sz="1600" dirty="0"/>
              <a:t>Ej. Creación de librerías y módulos reutilizables en proyectos de software para evitar reescribir código repetitivo</a:t>
            </a:r>
          </a:p>
          <a:p>
            <a:pPr lvl="1"/>
            <a:r>
              <a:rPr lang="es-MX" sz="2000" dirty="0"/>
              <a:t>Preparación y producción del producto de trabajo</a:t>
            </a:r>
          </a:p>
          <a:p>
            <a:pPr lvl="2"/>
            <a:r>
              <a:rPr lang="es-MX" sz="1600" dirty="0"/>
              <a:t>Ej. Crear documentación e informes de pruebas automatizados</a:t>
            </a:r>
            <a:endParaRPr lang="es-CL" sz="1600" dirty="0"/>
          </a:p>
        </p:txBody>
      </p:sp>
    </p:spTree>
    <p:extLst>
      <p:ext uri="{BB962C8B-B14F-4D97-AF65-F5344CB8AC3E}">
        <p14:creationId xmlns:p14="http://schemas.microsoft.com/office/powerpoint/2010/main" val="11709839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51FE77-46F8-FC2E-10C2-1F6CDBCC101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6D19E05-6BFB-CAD8-E1A9-FF77611F4D3D}"/>
              </a:ext>
            </a:extLst>
          </p:cNvPr>
          <p:cNvSpPr>
            <a:spLocks noGrp="1"/>
          </p:cNvSpPr>
          <p:nvPr>
            <p:ph type="title"/>
          </p:nvPr>
        </p:nvSpPr>
        <p:spPr/>
        <p:txBody>
          <a:bodyPr>
            <a:normAutofit fontScale="90000"/>
          </a:bodyPr>
          <a:lstStyle/>
          <a:p>
            <a:pPr algn="l"/>
            <a:r>
              <a:rPr lang="es-MX" dirty="0"/>
              <a:t>Atributos de calidad del software</a:t>
            </a:r>
            <a:endParaRPr lang="es-CL" dirty="0"/>
          </a:p>
        </p:txBody>
      </p:sp>
      <p:sp>
        <p:nvSpPr>
          <p:cNvPr id="3" name="Marcador de contenido 2">
            <a:extLst>
              <a:ext uri="{FF2B5EF4-FFF2-40B4-BE49-F238E27FC236}">
                <a16:creationId xmlns:a16="http://schemas.microsoft.com/office/drawing/2014/main" id="{B6B42D00-A86A-03C9-0AB3-CFFD4327FA2D}"/>
              </a:ext>
            </a:extLst>
          </p:cNvPr>
          <p:cNvSpPr txBox="1">
            <a:spLocks/>
          </p:cNvSpPr>
          <p:nvPr/>
        </p:nvSpPr>
        <p:spPr>
          <a:xfrm>
            <a:off x="1981200" y="1417638"/>
            <a:ext cx="4402832" cy="4939159"/>
          </a:xfrm>
          <a:prstGeom prst="rect">
            <a:avLst/>
          </a:prstGeom>
        </p:spPr>
        <p:txBody>
          <a:bodyPr>
            <a:noAutofit/>
          </a:bodyPr>
          <a:lstStyle>
            <a:lvl1pPr marL="342900" indent="-342900" algn="l" defTabSz="457200" rtl="0" eaLnBrk="1" latinLnBrk="0" hangingPunct="1">
              <a:spcBef>
                <a:spcPct val="20000"/>
              </a:spcBef>
              <a:buFont typeface="Arial"/>
              <a:buChar char="•"/>
              <a:defRPr sz="2400" kern="1200">
                <a:solidFill>
                  <a:schemeClr val="tx1"/>
                </a:solidFill>
                <a:latin typeface="+mn-lt"/>
                <a:ea typeface="+mn-ea"/>
                <a:cs typeface="Myriad Pro"/>
              </a:defRPr>
            </a:lvl1pPr>
            <a:lvl2pPr marL="742950" indent="-285750" algn="l" defTabSz="457200" rtl="0" eaLnBrk="1" latinLnBrk="0" hangingPunct="1">
              <a:spcBef>
                <a:spcPct val="20000"/>
              </a:spcBef>
              <a:buFont typeface="Arial"/>
              <a:buChar char="–"/>
              <a:defRPr sz="2000" kern="1200">
                <a:solidFill>
                  <a:schemeClr val="tx1"/>
                </a:solidFill>
                <a:latin typeface="+mn-lt"/>
                <a:ea typeface="+mn-ea"/>
                <a:cs typeface="Myriad Pro"/>
              </a:defRPr>
            </a:lvl2pPr>
            <a:lvl3pPr marL="1143000" indent="-228600" algn="l" defTabSz="457200" rtl="0" eaLnBrk="1" latinLnBrk="0" hangingPunct="1">
              <a:spcBef>
                <a:spcPct val="20000"/>
              </a:spcBef>
              <a:buFont typeface="Arial"/>
              <a:buChar char="•"/>
              <a:defRPr sz="1800" kern="1200">
                <a:solidFill>
                  <a:schemeClr val="tx1"/>
                </a:solidFill>
                <a:latin typeface="+mn-lt"/>
                <a:ea typeface="+mn-ea"/>
                <a:cs typeface="Myriad Pro"/>
              </a:defRPr>
            </a:lvl3pPr>
            <a:lvl4pPr marL="1600200" indent="-228600" algn="l" defTabSz="457200" rtl="0" eaLnBrk="1" latinLnBrk="0" hangingPunct="1">
              <a:spcBef>
                <a:spcPct val="20000"/>
              </a:spcBef>
              <a:buFont typeface="Arial"/>
              <a:buChar char="–"/>
              <a:defRPr sz="1600" kern="1200">
                <a:solidFill>
                  <a:schemeClr val="tx1"/>
                </a:solidFill>
                <a:latin typeface="+mn-lt"/>
                <a:ea typeface="+mn-ea"/>
                <a:cs typeface="Myriad Pro"/>
              </a:defRPr>
            </a:lvl4pPr>
            <a:lvl5pPr marL="2057400" indent="-228600" algn="l" defTabSz="457200" rtl="0" eaLnBrk="1" latinLnBrk="0" hangingPunct="1">
              <a:spcBef>
                <a:spcPct val="20000"/>
              </a:spcBef>
              <a:buFont typeface="Arial"/>
              <a:buChar char="»"/>
              <a:defRPr sz="1600" kern="1200">
                <a:solidFill>
                  <a:schemeClr val="tx1"/>
                </a:solidFill>
                <a:latin typeface="+mn-lt"/>
                <a:ea typeface="+mn-ea"/>
                <a:cs typeface="Myriad Pro"/>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buClr>
                <a:srgbClr val="FF0000"/>
              </a:buClr>
            </a:pPr>
            <a:endParaRPr lang="es-CL" sz="1800" dirty="0"/>
          </a:p>
        </p:txBody>
      </p:sp>
      <p:grpSp>
        <p:nvGrpSpPr>
          <p:cNvPr id="5" name="Agrupar 2">
            <a:extLst>
              <a:ext uri="{FF2B5EF4-FFF2-40B4-BE49-F238E27FC236}">
                <a16:creationId xmlns:a16="http://schemas.microsoft.com/office/drawing/2014/main" id="{CC859237-93C4-B6F7-D43B-AE87E0A02227}"/>
              </a:ext>
            </a:extLst>
          </p:cNvPr>
          <p:cNvGrpSpPr/>
          <p:nvPr/>
        </p:nvGrpSpPr>
        <p:grpSpPr>
          <a:xfrm>
            <a:off x="0" y="6470073"/>
            <a:ext cx="12192000" cy="387927"/>
            <a:chOff x="0" y="6470073"/>
            <a:chExt cx="12192000" cy="387927"/>
          </a:xfrm>
        </p:grpSpPr>
        <p:sp>
          <p:nvSpPr>
            <p:cNvPr id="6" name="Rectángulo 5">
              <a:extLst>
                <a:ext uri="{FF2B5EF4-FFF2-40B4-BE49-F238E27FC236}">
                  <a16:creationId xmlns:a16="http://schemas.microsoft.com/office/drawing/2014/main" id="{453171B5-FDB3-7D92-DDE6-3D7206DD2801}"/>
                </a:ext>
              </a:extLst>
            </p:cNvPr>
            <p:cNvSpPr/>
            <p:nvPr/>
          </p:nvSpPr>
          <p:spPr>
            <a:xfrm>
              <a:off x="0" y="6470073"/>
              <a:ext cx="6248400" cy="387927"/>
            </a:xfrm>
            <a:prstGeom prst="rect">
              <a:avLst/>
            </a:prstGeom>
            <a:solidFill>
              <a:srgbClr val="004C8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7" name="Rectángulo 6">
              <a:extLst>
                <a:ext uri="{FF2B5EF4-FFF2-40B4-BE49-F238E27FC236}">
                  <a16:creationId xmlns:a16="http://schemas.microsoft.com/office/drawing/2014/main" id="{9B3B97D9-207F-5BA5-F0CC-2CC176097124}"/>
                </a:ext>
              </a:extLst>
            </p:cNvPr>
            <p:cNvSpPr/>
            <p:nvPr/>
          </p:nvSpPr>
          <p:spPr>
            <a:xfrm>
              <a:off x="5943600" y="6761018"/>
              <a:ext cx="6248400" cy="96982"/>
            </a:xfrm>
            <a:prstGeom prst="rect">
              <a:avLst/>
            </a:prstGeom>
            <a:solidFill>
              <a:srgbClr val="004C8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grpSp>
      <p:pic>
        <p:nvPicPr>
          <p:cNvPr id="8" name="Imagen 7">
            <a:extLst>
              <a:ext uri="{FF2B5EF4-FFF2-40B4-BE49-F238E27FC236}">
                <a16:creationId xmlns:a16="http://schemas.microsoft.com/office/drawing/2014/main" id="{34E47951-3434-4818-3A55-239DF881F8C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72124" y="575657"/>
            <a:ext cx="2486755" cy="865685"/>
          </a:xfrm>
          <a:prstGeom prst="rect">
            <a:avLst/>
          </a:prstGeom>
        </p:spPr>
      </p:pic>
      <p:pic>
        <p:nvPicPr>
          <p:cNvPr id="9" name="Imagen 8">
            <a:extLst>
              <a:ext uri="{FF2B5EF4-FFF2-40B4-BE49-F238E27FC236}">
                <a16:creationId xmlns:a16="http://schemas.microsoft.com/office/drawing/2014/main" id="{2CB6F362-BCA1-7878-8AAF-547A4B027CF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61994" y="3607734"/>
            <a:ext cx="511809" cy="2862339"/>
          </a:xfrm>
          <a:prstGeom prst="rect">
            <a:avLst/>
          </a:prstGeom>
        </p:spPr>
      </p:pic>
      <p:sp>
        <p:nvSpPr>
          <p:cNvPr id="16" name="Marcador de contenido 15">
            <a:extLst>
              <a:ext uri="{FF2B5EF4-FFF2-40B4-BE49-F238E27FC236}">
                <a16:creationId xmlns:a16="http://schemas.microsoft.com/office/drawing/2014/main" id="{DA81A0EB-68F7-B0CD-6C91-E5417BD0EC93}"/>
              </a:ext>
            </a:extLst>
          </p:cNvPr>
          <p:cNvSpPr>
            <a:spLocks noGrp="1"/>
          </p:cNvSpPr>
          <p:nvPr>
            <p:ph idx="13"/>
          </p:nvPr>
        </p:nvSpPr>
        <p:spPr>
          <a:xfrm>
            <a:off x="609600" y="1600201"/>
            <a:ext cx="10213910" cy="4893576"/>
          </a:xfrm>
        </p:spPr>
        <p:txBody>
          <a:bodyPr>
            <a:normAutofit fontScale="85000" lnSpcReduction="10000"/>
          </a:bodyPr>
          <a:lstStyle/>
          <a:p>
            <a:pPr algn="just"/>
            <a:r>
              <a:rPr lang="es-MX" b="1" dirty="0"/>
              <a:t>Mantenimiento</a:t>
            </a:r>
            <a:r>
              <a:rPr lang="es-MX" dirty="0"/>
              <a:t>: </a:t>
            </a:r>
          </a:p>
          <a:p>
            <a:pPr lvl="1" algn="just"/>
            <a:r>
              <a:rPr lang="es-MX" dirty="0"/>
              <a:t>El software debe escribirse de tal forma que pueda evolucionar para satisfacer las necesidades cambiantes de los clientes. Éste es un atributo crítico porque el cambio del software es un requerimiento inevitable de un entorno empresarial variable.</a:t>
            </a:r>
          </a:p>
          <a:p>
            <a:pPr algn="just"/>
            <a:r>
              <a:rPr lang="es-MX" b="1" dirty="0"/>
              <a:t>Confiabilidad y seguridad</a:t>
            </a:r>
            <a:r>
              <a:rPr lang="es-MX" dirty="0"/>
              <a:t>:</a:t>
            </a:r>
          </a:p>
          <a:p>
            <a:pPr lvl="1" algn="just"/>
            <a:r>
              <a:rPr lang="es-MX" dirty="0"/>
              <a:t>La confiabilidad del software incluye un rango de características que abarcan fiabilidad, seguridad y protección. El software confiable no tiene que causar daño físico ni económico, en caso de falla del sistema. Los usuarios malintencionados no deben tener posibilidad de acceder al sistema o dañarlo.</a:t>
            </a:r>
          </a:p>
          <a:p>
            <a:pPr algn="just"/>
            <a:r>
              <a:rPr lang="es-MX" b="1" dirty="0"/>
              <a:t>Eficiencia</a:t>
            </a:r>
            <a:r>
              <a:rPr lang="es-MX" dirty="0"/>
              <a:t>: </a:t>
            </a:r>
          </a:p>
          <a:p>
            <a:pPr lvl="1" algn="just"/>
            <a:r>
              <a:rPr lang="es-MX" dirty="0"/>
              <a:t>El software no tiene que desperdiciar los recursos del sistema, como la memoria y los ciclos del procesador. Por lo tanto, la eficiencia incluye capacidad de respuesta, tiempo de procesamiento, utilización de memoria, etcétera.</a:t>
            </a:r>
          </a:p>
          <a:p>
            <a:pPr algn="just"/>
            <a:r>
              <a:rPr lang="es-MX" b="1" dirty="0"/>
              <a:t>Aceptabilidad</a:t>
            </a:r>
            <a:r>
              <a:rPr lang="es-MX" dirty="0"/>
              <a:t>: </a:t>
            </a:r>
          </a:p>
          <a:p>
            <a:pPr lvl="1" algn="just"/>
            <a:r>
              <a:rPr lang="es-MX" dirty="0"/>
              <a:t>El software debe ser aceptable al tipo de usuarios para quienes se diseña. Esto significa que necesita ser comprensible, utilizable y compatible con otros sistemas que ellos usan.</a:t>
            </a:r>
            <a:endParaRPr lang="es-CL" dirty="0"/>
          </a:p>
        </p:txBody>
      </p:sp>
    </p:spTree>
    <p:extLst>
      <p:ext uri="{BB962C8B-B14F-4D97-AF65-F5344CB8AC3E}">
        <p14:creationId xmlns:p14="http://schemas.microsoft.com/office/powerpoint/2010/main" val="30112787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856A6A-0E9E-5EC0-2911-43DEEBC19B0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06E0EF8-95BC-08BD-0177-F8E3CFD00600}"/>
              </a:ext>
            </a:extLst>
          </p:cNvPr>
          <p:cNvSpPr>
            <a:spLocks noGrp="1"/>
          </p:cNvSpPr>
          <p:nvPr>
            <p:ph type="title"/>
          </p:nvPr>
        </p:nvSpPr>
        <p:spPr/>
        <p:txBody>
          <a:bodyPr>
            <a:normAutofit/>
          </a:bodyPr>
          <a:lstStyle/>
          <a:p>
            <a:pPr algn="l"/>
            <a:r>
              <a:rPr lang="es-MX" dirty="0"/>
              <a:t>Actividad</a:t>
            </a:r>
            <a:r>
              <a:rPr lang="es-CL" dirty="0"/>
              <a:t> 03</a:t>
            </a:r>
          </a:p>
        </p:txBody>
      </p:sp>
      <p:sp>
        <p:nvSpPr>
          <p:cNvPr id="3" name="Marcador de contenido 2">
            <a:extLst>
              <a:ext uri="{FF2B5EF4-FFF2-40B4-BE49-F238E27FC236}">
                <a16:creationId xmlns:a16="http://schemas.microsoft.com/office/drawing/2014/main" id="{27515808-99DF-0E5D-993D-9A5C3C175864}"/>
              </a:ext>
            </a:extLst>
          </p:cNvPr>
          <p:cNvSpPr txBox="1">
            <a:spLocks/>
          </p:cNvSpPr>
          <p:nvPr/>
        </p:nvSpPr>
        <p:spPr>
          <a:xfrm>
            <a:off x="1981200" y="1417638"/>
            <a:ext cx="4402832" cy="4939159"/>
          </a:xfrm>
          <a:prstGeom prst="rect">
            <a:avLst/>
          </a:prstGeom>
        </p:spPr>
        <p:txBody>
          <a:bodyPr>
            <a:noAutofit/>
          </a:bodyPr>
          <a:lstStyle>
            <a:lvl1pPr marL="342900" indent="-342900" algn="l" defTabSz="457200" rtl="0" eaLnBrk="1" latinLnBrk="0" hangingPunct="1">
              <a:spcBef>
                <a:spcPct val="20000"/>
              </a:spcBef>
              <a:buFont typeface="Arial"/>
              <a:buChar char="•"/>
              <a:defRPr sz="2400" kern="1200">
                <a:solidFill>
                  <a:schemeClr val="tx1"/>
                </a:solidFill>
                <a:latin typeface="+mn-lt"/>
                <a:ea typeface="+mn-ea"/>
                <a:cs typeface="Myriad Pro"/>
              </a:defRPr>
            </a:lvl1pPr>
            <a:lvl2pPr marL="742950" indent="-285750" algn="l" defTabSz="457200" rtl="0" eaLnBrk="1" latinLnBrk="0" hangingPunct="1">
              <a:spcBef>
                <a:spcPct val="20000"/>
              </a:spcBef>
              <a:buFont typeface="Arial"/>
              <a:buChar char="–"/>
              <a:defRPr sz="2000" kern="1200">
                <a:solidFill>
                  <a:schemeClr val="tx1"/>
                </a:solidFill>
                <a:latin typeface="+mn-lt"/>
                <a:ea typeface="+mn-ea"/>
                <a:cs typeface="Myriad Pro"/>
              </a:defRPr>
            </a:lvl2pPr>
            <a:lvl3pPr marL="1143000" indent="-228600" algn="l" defTabSz="457200" rtl="0" eaLnBrk="1" latinLnBrk="0" hangingPunct="1">
              <a:spcBef>
                <a:spcPct val="20000"/>
              </a:spcBef>
              <a:buFont typeface="Arial"/>
              <a:buChar char="•"/>
              <a:defRPr sz="1800" kern="1200">
                <a:solidFill>
                  <a:schemeClr val="tx1"/>
                </a:solidFill>
                <a:latin typeface="+mn-lt"/>
                <a:ea typeface="+mn-ea"/>
                <a:cs typeface="Myriad Pro"/>
              </a:defRPr>
            </a:lvl3pPr>
            <a:lvl4pPr marL="1600200" indent="-228600" algn="l" defTabSz="457200" rtl="0" eaLnBrk="1" latinLnBrk="0" hangingPunct="1">
              <a:spcBef>
                <a:spcPct val="20000"/>
              </a:spcBef>
              <a:buFont typeface="Arial"/>
              <a:buChar char="–"/>
              <a:defRPr sz="1600" kern="1200">
                <a:solidFill>
                  <a:schemeClr val="tx1"/>
                </a:solidFill>
                <a:latin typeface="+mn-lt"/>
                <a:ea typeface="+mn-ea"/>
                <a:cs typeface="Myriad Pro"/>
              </a:defRPr>
            </a:lvl4pPr>
            <a:lvl5pPr marL="2057400" indent="-228600" algn="l" defTabSz="457200" rtl="0" eaLnBrk="1" latinLnBrk="0" hangingPunct="1">
              <a:spcBef>
                <a:spcPct val="20000"/>
              </a:spcBef>
              <a:buFont typeface="Arial"/>
              <a:buChar char="»"/>
              <a:defRPr sz="1600" kern="1200">
                <a:solidFill>
                  <a:schemeClr val="tx1"/>
                </a:solidFill>
                <a:latin typeface="+mn-lt"/>
                <a:ea typeface="+mn-ea"/>
                <a:cs typeface="Myriad Pro"/>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buClr>
                <a:srgbClr val="FF0000"/>
              </a:buClr>
            </a:pPr>
            <a:endParaRPr lang="es-CL" sz="1800" dirty="0"/>
          </a:p>
        </p:txBody>
      </p:sp>
      <p:grpSp>
        <p:nvGrpSpPr>
          <p:cNvPr id="5" name="Agrupar 2">
            <a:extLst>
              <a:ext uri="{FF2B5EF4-FFF2-40B4-BE49-F238E27FC236}">
                <a16:creationId xmlns:a16="http://schemas.microsoft.com/office/drawing/2014/main" id="{66BC7B5C-1895-CFBC-6CCA-CFCC1301C8CA}"/>
              </a:ext>
            </a:extLst>
          </p:cNvPr>
          <p:cNvGrpSpPr/>
          <p:nvPr/>
        </p:nvGrpSpPr>
        <p:grpSpPr>
          <a:xfrm>
            <a:off x="0" y="6470073"/>
            <a:ext cx="12192000" cy="387927"/>
            <a:chOff x="0" y="6470073"/>
            <a:chExt cx="12192000" cy="387927"/>
          </a:xfrm>
        </p:grpSpPr>
        <p:sp>
          <p:nvSpPr>
            <p:cNvPr id="6" name="Rectángulo 5">
              <a:extLst>
                <a:ext uri="{FF2B5EF4-FFF2-40B4-BE49-F238E27FC236}">
                  <a16:creationId xmlns:a16="http://schemas.microsoft.com/office/drawing/2014/main" id="{BA25CE07-F544-BEB9-E274-0A404C70C0FA}"/>
                </a:ext>
              </a:extLst>
            </p:cNvPr>
            <p:cNvSpPr/>
            <p:nvPr/>
          </p:nvSpPr>
          <p:spPr>
            <a:xfrm>
              <a:off x="0" y="6470073"/>
              <a:ext cx="6248400" cy="387927"/>
            </a:xfrm>
            <a:prstGeom prst="rect">
              <a:avLst/>
            </a:prstGeom>
            <a:solidFill>
              <a:srgbClr val="004C8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7" name="Rectángulo 6">
              <a:extLst>
                <a:ext uri="{FF2B5EF4-FFF2-40B4-BE49-F238E27FC236}">
                  <a16:creationId xmlns:a16="http://schemas.microsoft.com/office/drawing/2014/main" id="{1C260AD2-6883-79F2-68F9-4A46556AE80C}"/>
                </a:ext>
              </a:extLst>
            </p:cNvPr>
            <p:cNvSpPr/>
            <p:nvPr/>
          </p:nvSpPr>
          <p:spPr>
            <a:xfrm>
              <a:off x="5943600" y="6761018"/>
              <a:ext cx="6248400" cy="96982"/>
            </a:xfrm>
            <a:prstGeom prst="rect">
              <a:avLst/>
            </a:prstGeom>
            <a:solidFill>
              <a:srgbClr val="004C8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grpSp>
      <p:pic>
        <p:nvPicPr>
          <p:cNvPr id="8" name="Imagen 7">
            <a:extLst>
              <a:ext uri="{FF2B5EF4-FFF2-40B4-BE49-F238E27FC236}">
                <a16:creationId xmlns:a16="http://schemas.microsoft.com/office/drawing/2014/main" id="{64EA65DA-40A8-3FF3-48DD-FD402D24E08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72124" y="575657"/>
            <a:ext cx="2486755" cy="865685"/>
          </a:xfrm>
          <a:prstGeom prst="rect">
            <a:avLst/>
          </a:prstGeom>
        </p:spPr>
      </p:pic>
      <p:pic>
        <p:nvPicPr>
          <p:cNvPr id="9" name="Imagen 8">
            <a:extLst>
              <a:ext uri="{FF2B5EF4-FFF2-40B4-BE49-F238E27FC236}">
                <a16:creationId xmlns:a16="http://schemas.microsoft.com/office/drawing/2014/main" id="{F4BE02B5-1F60-63D2-D4AA-8338221F40E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61994" y="3607734"/>
            <a:ext cx="511809" cy="2862339"/>
          </a:xfrm>
          <a:prstGeom prst="rect">
            <a:avLst/>
          </a:prstGeom>
        </p:spPr>
      </p:pic>
      <p:sp>
        <p:nvSpPr>
          <p:cNvPr id="16" name="Marcador de contenido 15">
            <a:extLst>
              <a:ext uri="{FF2B5EF4-FFF2-40B4-BE49-F238E27FC236}">
                <a16:creationId xmlns:a16="http://schemas.microsoft.com/office/drawing/2014/main" id="{2B8CB26C-8D83-A929-5AEF-F5CE8CEE8B85}"/>
              </a:ext>
            </a:extLst>
          </p:cNvPr>
          <p:cNvSpPr>
            <a:spLocks noGrp="1"/>
          </p:cNvSpPr>
          <p:nvPr>
            <p:ph idx="13"/>
          </p:nvPr>
        </p:nvSpPr>
        <p:spPr>
          <a:xfrm>
            <a:off x="609600" y="1600201"/>
            <a:ext cx="10213910" cy="4893576"/>
          </a:xfrm>
        </p:spPr>
        <p:txBody>
          <a:bodyPr/>
          <a:lstStyle/>
          <a:p>
            <a:endParaRPr lang="es-MX" dirty="0"/>
          </a:p>
        </p:txBody>
      </p:sp>
    </p:spTree>
    <p:extLst>
      <p:ext uri="{BB962C8B-B14F-4D97-AF65-F5344CB8AC3E}">
        <p14:creationId xmlns:p14="http://schemas.microsoft.com/office/powerpoint/2010/main" val="28756760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F3BA2D-0D44-5D3D-B74D-2C3C654C7A6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02AB719-C439-8F51-2F60-54BA9B07B006}"/>
              </a:ext>
            </a:extLst>
          </p:cNvPr>
          <p:cNvSpPr>
            <a:spLocks noGrp="1"/>
          </p:cNvSpPr>
          <p:nvPr>
            <p:ph type="title"/>
          </p:nvPr>
        </p:nvSpPr>
        <p:spPr/>
        <p:txBody>
          <a:bodyPr>
            <a:normAutofit/>
          </a:bodyPr>
          <a:lstStyle/>
          <a:p>
            <a:pPr algn="l"/>
            <a:r>
              <a:rPr lang="es-CL" dirty="0"/>
              <a:t>Principios generales</a:t>
            </a:r>
          </a:p>
        </p:txBody>
      </p:sp>
      <p:sp>
        <p:nvSpPr>
          <p:cNvPr id="3" name="Marcador de contenido 2">
            <a:extLst>
              <a:ext uri="{FF2B5EF4-FFF2-40B4-BE49-F238E27FC236}">
                <a16:creationId xmlns:a16="http://schemas.microsoft.com/office/drawing/2014/main" id="{ADA90C8D-028B-2CD1-F8B4-8C789E751D24}"/>
              </a:ext>
            </a:extLst>
          </p:cNvPr>
          <p:cNvSpPr txBox="1">
            <a:spLocks/>
          </p:cNvSpPr>
          <p:nvPr/>
        </p:nvSpPr>
        <p:spPr>
          <a:xfrm>
            <a:off x="1981200" y="1417638"/>
            <a:ext cx="4402832" cy="4939159"/>
          </a:xfrm>
          <a:prstGeom prst="rect">
            <a:avLst/>
          </a:prstGeom>
        </p:spPr>
        <p:txBody>
          <a:bodyPr>
            <a:noAutofit/>
          </a:bodyPr>
          <a:lstStyle>
            <a:lvl1pPr marL="342900" indent="-342900" algn="l" defTabSz="457200" rtl="0" eaLnBrk="1" latinLnBrk="0" hangingPunct="1">
              <a:spcBef>
                <a:spcPct val="20000"/>
              </a:spcBef>
              <a:buFont typeface="Arial"/>
              <a:buChar char="•"/>
              <a:defRPr sz="2400" kern="1200">
                <a:solidFill>
                  <a:schemeClr val="tx1"/>
                </a:solidFill>
                <a:latin typeface="+mn-lt"/>
                <a:ea typeface="+mn-ea"/>
                <a:cs typeface="Myriad Pro"/>
              </a:defRPr>
            </a:lvl1pPr>
            <a:lvl2pPr marL="742950" indent="-285750" algn="l" defTabSz="457200" rtl="0" eaLnBrk="1" latinLnBrk="0" hangingPunct="1">
              <a:spcBef>
                <a:spcPct val="20000"/>
              </a:spcBef>
              <a:buFont typeface="Arial"/>
              <a:buChar char="–"/>
              <a:defRPr sz="2000" kern="1200">
                <a:solidFill>
                  <a:schemeClr val="tx1"/>
                </a:solidFill>
                <a:latin typeface="+mn-lt"/>
                <a:ea typeface="+mn-ea"/>
                <a:cs typeface="Myriad Pro"/>
              </a:defRPr>
            </a:lvl2pPr>
            <a:lvl3pPr marL="1143000" indent="-228600" algn="l" defTabSz="457200" rtl="0" eaLnBrk="1" latinLnBrk="0" hangingPunct="1">
              <a:spcBef>
                <a:spcPct val="20000"/>
              </a:spcBef>
              <a:buFont typeface="Arial"/>
              <a:buChar char="•"/>
              <a:defRPr sz="1800" kern="1200">
                <a:solidFill>
                  <a:schemeClr val="tx1"/>
                </a:solidFill>
                <a:latin typeface="+mn-lt"/>
                <a:ea typeface="+mn-ea"/>
                <a:cs typeface="Myriad Pro"/>
              </a:defRPr>
            </a:lvl3pPr>
            <a:lvl4pPr marL="1600200" indent="-228600" algn="l" defTabSz="457200" rtl="0" eaLnBrk="1" latinLnBrk="0" hangingPunct="1">
              <a:spcBef>
                <a:spcPct val="20000"/>
              </a:spcBef>
              <a:buFont typeface="Arial"/>
              <a:buChar char="–"/>
              <a:defRPr sz="1600" kern="1200">
                <a:solidFill>
                  <a:schemeClr val="tx1"/>
                </a:solidFill>
                <a:latin typeface="+mn-lt"/>
                <a:ea typeface="+mn-ea"/>
                <a:cs typeface="Myriad Pro"/>
              </a:defRPr>
            </a:lvl4pPr>
            <a:lvl5pPr marL="2057400" indent="-228600" algn="l" defTabSz="457200" rtl="0" eaLnBrk="1" latinLnBrk="0" hangingPunct="1">
              <a:spcBef>
                <a:spcPct val="20000"/>
              </a:spcBef>
              <a:buFont typeface="Arial"/>
              <a:buChar char="»"/>
              <a:defRPr sz="1600" kern="1200">
                <a:solidFill>
                  <a:schemeClr val="tx1"/>
                </a:solidFill>
                <a:latin typeface="+mn-lt"/>
                <a:ea typeface="+mn-ea"/>
                <a:cs typeface="Myriad Pro"/>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buClr>
                <a:srgbClr val="FF0000"/>
              </a:buClr>
            </a:pPr>
            <a:endParaRPr lang="es-CL" sz="1800" dirty="0"/>
          </a:p>
        </p:txBody>
      </p:sp>
      <p:grpSp>
        <p:nvGrpSpPr>
          <p:cNvPr id="5" name="Agrupar 2">
            <a:extLst>
              <a:ext uri="{FF2B5EF4-FFF2-40B4-BE49-F238E27FC236}">
                <a16:creationId xmlns:a16="http://schemas.microsoft.com/office/drawing/2014/main" id="{6486401C-D2C0-EAAE-D9CE-B178E2A1B7C3}"/>
              </a:ext>
            </a:extLst>
          </p:cNvPr>
          <p:cNvGrpSpPr/>
          <p:nvPr/>
        </p:nvGrpSpPr>
        <p:grpSpPr>
          <a:xfrm>
            <a:off x="0" y="6470073"/>
            <a:ext cx="12192000" cy="387927"/>
            <a:chOff x="0" y="6470073"/>
            <a:chExt cx="12192000" cy="387927"/>
          </a:xfrm>
        </p:grpSpPr>
        <p:sp>
          <p:nvSpPr>
            <p:cNvPr id="6" name="Rectángulo 5">
              <a:extLst>
                <a:ext uri="{FF2B5EF4-FFF2-40B4-BE49-F238E27FC236}">
                  <a16:creationId xmlns:a16="http://schemas.microsoft.com/office/drawing/2014/main" id="{50A25B32-B403-4D5A-89E3-726E2649812A}"/>
                </a:ext>
              </a:extLst>
            </p:cNvPr>
            <p:cNvSpPr/>
            <p:nvPr/>
          </p:nvSpPr>
          <p:spPr>
            <a:xfrm>
              <a:off x="0" y="6470073"/>
              <a:ext cx="6248400" cy="387927"/>
            </a:xfrm>
            <a:prstGeom prst="rect">
              <a:avLst/>
            </a:prstGeom>
            <a:solidFill>
              <a:srgbClr val="004C8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7" name="Rectángulo 6">
              <a:extLst>
                <a:ext uri="{FF2B5EF4-FFF2-40B4-BE49-F238E27FC236}">
                  <a16:creationId xmlns:a16="http://schemas.microsoft.com/office/drawing/2014/main" id="{CD366D0D-DDCE-F76D-625D-0D171FB79B46}"/>
                </a:ext>
              </a:extLst>
            </p:cNvPr>
            <p:cNvSpPr/>
            <p:nvPr/>
          </p:nvSpPr>
          <p:spPr>
            <a:xfrm>
              <a:off x="5943600" y="6761018"/>
              <a:ext cx="6248400" cy="96982"/>
            </a:xfrm>
            <a:prstGeom prst="rect">
              <a:avLst/>
            </a:prstGeom>
            <a:solidFill>
              <a:srgbClr val="004C8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grpSp>
      <p:pic>
        <p:nvPicPr>
          <p:cNvPr id="8" name="Imagen 7">
            <a:extLst>
              <a:ext uri="{FF2B5EF4-FFF2-40B4-BE49-F238E27FC236}">
                <a16:creationId xmlns:a16="http://schemas.microsoft.com/office/drawing/2014/main" id="{B513891F-1A45-5654-D399-707CCF308D2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72124" y="575657"/>
            <a:ext cx="2486755" cy="865685"/>
          </a:xfrm>
          <a:prstGeom prst="rect">
            <a:avLst/>
          </a:prstGeom>
        </p:spPr>
      </p:pic>
      <p:pic>
        <p:nvPicPr>
          <p:cNvPr id="9" name="Imagen 8">
            <a:extLst>
              <a:ext uri="{FF2B5EF4-FFF2-40B4-BE49-F238E27FC236}">
                <a16:creationId xmlns:a16="http://schemas.microsoft.com/office/drawing/2014/main" id="{A0BB001E-AB18-9594-B01E-5A842B57318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61994" y="3607734"/>
            <a:ext cx="511809" cy="2862339"/>
          </a:xfrm>
          <a:prstGeom prst="rect">
            <a:avLst/>
          </a:prstGeom>
        </p:spPr>
      </p:pic>
      <p:sp>
        <p:nvSpPr>
          <p:cNvPr id="16" name="Marcador de contenido 15">
            <a:extLst>
              <a:ext uri="{FF2B5EF4-FFF2-40B4-BE49-F238E27FC236}">
                <a16:creationId xmlns:a16="http://schemas.microsoft.com/office/drawing/2014/main" id="{D80040F1-A897-779C-5811-4AAFBE4F1097}"/>
              </a:ext>
            </a:extLst>
          </p:cNvPr>
          <p:cNvSpPr>
            <a:spLocks noGrp="1"/>
          </p:cNvSpPr>
          <p:nvPr>
            <p:ph idx="13"/>
          </p:nvPr>
        </p:nvSpPr>
        <p:spPr>
          <a:xfrm>
            <a:off x="609600" y="1600201"/>
            <a:ext cx="10213910" cy="4893576"/>
          </a:xfrm>
        </p:spPr>
        <p:txBody>
          <a:bodyPr>
            <a:normAutofit/>
          </a:bodyPr>
          <a:lstStyle/>
          <a:p>
            <a:r>
              <a:rPr lang="es-MX" dirty="0"/>
              <a:t>David </a:t>
            </a:r>
            <a:r>
              <a:rPr lang="es-MX" dirty="0" err="1"/>
              <a:t>Hooker</a:t>
            </a:r>
            <a:r>
              <a:rPr lang="es-MX" dirty="0"/>
              <a:t> propuso siete principios que se enfocan en la practica de la ingeniería de software en general.</a:t>
            </a:r>
          </a:p>
          <a:p>
            <a:endParaRPr lang="es-MX" dirty="0"/>
          </a:p>
          <a:p>
            <a:pPr marL="971550" lvl="1" indent="-514350">
              <a:buFont typeface="+mj-lt"/>
              <a:buAutoNum type="arabicPeriod"/>
            </a:pPr>
            <a:r>
              <a:rPr lang="es-MX" dirty="0"/>
              <a:t>La razón de que exista todo (</a:t>
            </a:r>
            <a:r>
              <a:rPr lang="es-MX" dirty="0" err="1"/>
              <a:t>jonathan</a:t>
            </a:r>
            <a:r>
              <a:rPr lang="es-MX" dirty="0"/>
              <a:t>, Gabriel, Felipe)</a:t>
            </a:r>
          </a:p>
          <a:p>
            <a:pPr marL="971550" lvl="1" indent="-514350">
              <a:buFont typeface="+mj-lt"/>
              <a:buAutoNum type="arabicPeriod"/>
            </a:pPr>
            <a:r>
              <a:rPr lang="es-MX" dirty="0"/>
              <a:t>KISS (Axel, </a:t>
            </a:r>
            <a:r>
              <a:rPr lang="es-MX" dirty="0" err="1"/>
              <a:t>joaquin</a:t>
            </a:r>
            <a:r>
              <a:rPr lang="es-MX" dirty="0"/>
              <a:t>, </a:t>
            </a:r>
            <a:r>
              <a:rPr lang="es-MX" dirty="0" err="1"/>
              <a:t>rayner</a:t>
            </a:r>
            <a:r>
              <a:rPr lang="es-MX" dirty="0"/>
              <a:t>)</a:t>
            </a:r>
          </a:p>
          <a:p>
            <a:pPr marL="971550" lvl="1" indent="-514350">
              <a:buFont typeface="+mj-lt"/>
              <a:buAutoNum type="arabicPeriod"/>
            </a:pPr>
            <a:r>
              <a:rPr lang="es-MX" dirty="0"/>
              <a:t>Mantener la visión (Esteban, Diego, </a:t>
            </a:r>
            <a:r>
              <a:rPr lang="es-MX" dirty="0" err="1"/>
              <a:t>Sebastian</a:t>
            </a:r>
            <a:r>
              <a:rPr lang="es-MX" dirty="0"/>
              <a:t>)</a:t>
            </a:r>
          </a:p>
          <a:p>
            <a:pPr marL="971550" lvl="1" indent="-514350">
              <a:buFont typeface="+mj-lt"/>
              <a:buAutoNum type="arabicPeriod"/>
            </a:pPr>
            <a:r>
              <a:rPr lang="es-MX" dirty="0"/>
              <a:t>Lo que usted produzca, otros lo consumirán (Wilson, Ariel, Juan, </a:t>
            </a:r>
            <a:r>
              <a:rPr lang="es-MX" dirty="0" err="1"/>
              <a:t>vicente</a:t>
            </a:r>
            <a:r>
              <a:rPr lang="es-MX" dirty="0"/>
              <a:t>)</a:t>
            </a:r>
          </a:p>
          <a:p>
            <a:pPr marL="971550" lvl="1" indent="-514350">
              <a:buFont typeface="+mj-lt"/>
              <a:buAutoNum type="arabicPeriod"/>
            </a:pPr>
            <a:r>
              <a:rPr lang="es-MX" dirty="0"/>
              <a:t>Este abierto al futuro (Ricardo, Nicolas, Flavio)</a:t>
            </a:r>
          </a:p>
          <a:p>
            <a:pPr marL="971550" lvl="1" indent="-514350">
              <a:buFont typeface="+mj-lt"/>
              <a:buAutoNum type="arabicPeriod"/>
            </a:pPr>
            <a:r>
              <a:rPr lang="es-MX" dirty="0"/>
              <a:t>Planee pensando en la reutilización (</a:t>
            </a:r>
            <a:r>
              <a:rPr lang="es-MX" dirty="0" err="1"/>
              <a:t>Benjamin</a:t>
            </a:r>
            <a:r>
              <a:rPr lang="es-MX" dirty="0"/>
              <a:t>, </a:t>
            </a:r>
            <a:r>
              <a:rPr lang="es-MX" dirty="0" err="1"/>
              <a:t>Darlen</a:t>
            </a:r>
            <a:r>
              <a:rPr lang="es-MX" dirty="0"/>
              <a:t>, </a:t>
            </a:r>
            <a:r>
              <a:rPr lang="es-MX" dirty="0" err="1"/>
              <a:t>Victor</a:t>
            </a:r>
            <a:r>
              <a:rPr lang="es-MX" dirty="0"/>
              <a:t>)</a:t>
            </a:r>
          </a:p>
          <a:p>
            <a:pPr marL="971550" lvl="1" indent="-514350">
              <a:buFont typeface="+mj-lt"/>
              <a:buAutoNum type="arabicPeriod"/>
            </a:pPr>
            <a:r>
              <a:rPr lang="es-MX" dirty="0"/>
              <a:t>Piense! (Nicolas, Ignacio, Felipe)</a:t>
            </a:r>
            <a:endParaRPr lang="es-CL" dirty="0"/>
          </a:p>
        </p:txBody>
      </p:sp>
    </p:spTree>
    <p:extLst>
      <p:ext uri="{BB962C8B-B14F-4D97-AF65-F5344CB8AC3E}">
        <p14:creationId xmlns:p14="http://schemas.microsoft.com/office/powerpoint/2010/main" val="404249751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17230B-6DB4-1D6E-32D6-BACD0EC9E68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B07C18B-A3A7-0C37-49E4-D7EF57F06FE9}"/>
              </a:ext>
            </a:extLst>
          </p:cNvPr>
          <p:cNvSpPr>
            <a:spLocks noGrp="1"/>
          </p:cNvSpPr>
          <p:nvPr>
            <p:ph type="title"/>
          </p:nvPr>
        </p:nvSpPr>
        <p:spPr/>
        <p:txBody>
          <a:bodyPr>
            <a:normAutofit/>
          </a:bodyPr>
          <a:lstStyle/>
          <a:p>
            <a:pPr algn="l"/>
            <a:r>
              <a:rPr lang="es-MX" dirty="0"/>
              <a:t>Actividad</a:t>
            </a:r>
            <a:r>
              <a:rPr lang="es-CL" dirty="0"/>
              <a:t> 04</a:t>
            </a:r>
          </a:p>
        </p:txBody>
      </p:sp>
      <p:sp>
        <p:nvSpPr>
          <p:cNvPr id="3" name="Marcador de contenido 2">
            <a:extLst>
              <a:ext uri="{FF2B5EF4-FFF2-40B4-BE49-F238E27FC236}">
                <a16:creationId xmlns:a16="http://schemas.microsoft.com/office/drawing/2014/main" id="{06859D18-93C1-A1AD-3989-3ABC34B20225}"/>
              </a:ext>
            </a:extLst>
          </p:cNvPr>
          <p:cNvSpPr txBox="1">
            <a:spLocks/>
          </p:cNvSpPr>
          <p:nvPr/>
        </p:nvSpPr>
        <p:spPr>
          <a:xfrm>
            <a:off x="1981200" y="1417638"/>
            <a:ext cx="4402832" cy="4939159"/>
          </a:xfrm>
          <a:prstGeom prst="rect">
            <a:avLst/>
          </a:prstGeom>
        </p:spPr>
        <p:txBody>
          <a:bodyPr>
            <a:noAutofit/>
          </a:bodyPr>
          <a:lstStyle>
            <a:lvl1pPr marL="342900" indent="-342900" algn="l" defTabSz="457200" rtl="0" eaLnBrk="1" latinLnBrk="0" hangingPunct="1">
              <a:spcBef>
                <a:spcPct val="20000"/>
              </a:spcBef>
              <a:buFont typeface="Arial"/>
              <a:buChar char="•"/>
              <a:defRPr sz="2400" kern="1200">
                <a:solidFill>
                  <a:schemeClr val="tx1"/>
                </a:solidFill>
                <a:latin typeface="+mn-lt"/>
                <a:ea typeface="+mn-ea"/>
                <a:cs typeface="Myriad Pro"/>
              </a:defRPr>
            </a:lvl1pPr>
            <a:lvl2pPr marL="742950" indent="-285750" algn="l" defTabSz="457200" rtl="0" eaLnBrk="1" latinLnBrk="0" hangingPunct="1">
              <a:spcBef>
                <a:spcPct val="20000"/>
              </a:spcBef>
              <a:buFont typeface="Arial"/>
              <a:buChar char="–"/>
              <a:defRPr sz="2000" kern="1200">
                <a:solidFill>
                  <a:schemeClr val="tx1"/>
                </a:solidFill>
                <a:latin typeface="+mn-lt"/>
                <a:ea typeface="+mn-ea"/>
                <a:cs typeface="Myriad Pro"/>
              </a:defRPr>
            </a:lvl2pPr>
            <a:lvl3pPr marL="1143000" indent="-228600" algn="l" defTabSz="457200" rtl="0" eaLnBrk="1" latinLnBrk="0" hangingPunct="1">
              <a:spcBef>
                <a:spcPct val="20000"/>
              </a:spcBef>
              <a:buFont typeface="Arial"/>
              <a:buChar char="•"/>
              <a:defRPr sz="1800" kern="1200">
                <a:solidFill>
                  <a:schemeClr val="tx1"/>
                </a:solidFill>
                <a:latin typeface="+mn-lt"/>
                <a:ea typeface="+mn-ea"/>
                <a:cs typeface="Myriad Pro"/>
              </a:defRPr>
            </a:lvl3pPr>
            <a:lvl4pPr marL="1600200" indent="-228600" algn="l" defTabSz="457200" rtl="0" eaLnBrk="1" latinLnBrk="0" hangingPunct="1">
              <a:spcBef>
                <a:spcPct val="20000"/>
              </a:spcBef>
              <a:buFont typeface="Arial"/>
              <a:buChar char="–"/>
              <a:defRPr sz="1600" kern="1200">
                <a:solidFill>
                  <a:schemeClr val="tx1"/>
                </a:solidFill>
                <a:latin typeface="+mn-lt"/>
                <a:ea typeface="+mn-ea"/>
                <a:cs typeface="Myriad Pro"/>
              </a:defRPr>
            </a:lvl4pPr>
            <a:lvl5pPr marL="2057400" indent="-228600" algn="l" defTabSz="457200" rtl="0" eaLnBrk="1" latinLnBrk="0" hangingPunct="1">
              <a:spcBef>
                <a:spcPct val="20000"/>
              </a:spcBef>
              <a:buFont typeface="Arial"/>
              <a:buChar char="»"/>
              <a:defRPr sz="1600" kern="1200">
                <a:solidFill>
                  <a:schemeClr val="tx1"/>
                </a:solidFill>
                <a:latin typeface="+mn-lt"/>
                <a:ea typeface="+mn-ea"/>
                <a:cs typeface="Myriad Pro"/>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buClr>
                <a:srgbClr val="FF0000"/>
              </a:buClr>
            </a:pPr>
            <a:endParaRPr lang="es-CL" sz="1800" dirty="0"/>
          </a:p>
        </p:txBody>
      </p:sp>
      <p:grpSp>
        <p:nvGrpSpPr>
          <p:cNvPr id="5" name="Agrupar 2">
            <a:extLst>
              <a:ext uri="{FF2B5EF4-FFF2-40B4-BE49-F238E27FC236}">
                <a16:creationId xmlns:a16="http://schemas.microsoft.com/office/drawing/2014/main" id="{7DBA6180-797C-BDE7-F8DA-A47BD53E6860}"/>
              </a:ext>
            </a:extLst>
          </p:cNvPr>
          <p:cNvGrpSpPr/>
          <p:nvPr/>
        </p:nvGrpSpPr>
        <p:grpSpPr>
          <a:xfrm>
            <a:off x="0" y="6470073"/>
            <a:ext cx="12192000" cy="387927"/>
            <a:chOff x="0" y="6470073"/>
            <a:chExt cx="12192000" cy="387927"/>
          </a:xfrm>
        </p:grpSpPr>
        <p:sp>
          <p:nvSpPr>
            <p:cNvPr id="6" name="Rectángulo 5">
              <a:extLst>
                <a:ext uri="{FF2B5EF4-FFF2-40B4-BE49-F238E27FC236}">
                  <a16:creationId xmlns:a16="http://schemas.microsoft.com/office/drawing/2014/main" id="{74E5D38E-AAA7-B2C7-D257-E1A029008848}"/>
                </a:ext>
              </a:extLst>
            </p:cNvPr>
            <p:cNvSpPr/>
            <p:nvPr/>
          </p:nvSpPr>
          <p:spPr>
            <a:xfrm>
              <a:off x="0" y="6470073"/>
              <a:ext cx="6248400" cy="387927"/>
            </a:xfrm>
            <a:prstGeom prst="rect">
              <a:avLst/>
            </a:prstGeom>
            <a:solidFill>
              <a:srgbClr val="004C8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7" name="Rectángulo 6">
              <a:extLst>
                <a:ext uri="{FF2B5EF4-FFF2-40B4-BE49-F238E27FC236}">
                  <a16:creationId xmlns:a16="http://schemas.microsoft.com/office/drawing/2014/main" id="{F78BAACB-5B1A-F042-7727-518CE97572CE}"/>
                </a:ext>
              </a:extLst>
            </p:cNvPr>
            <p:cNvSpPr/>
            <p:nvPr/>
          </p:nvSpPr>
          <p:spPr>
            <a:xfrm>
              <a:off x="5943600" y="6761018"/>
              <a:ext cx="6248400" cy="96982"/>
            </a:xfrm>
            <a:prstGeom prst="rect">
              <a:avLst/>
            </a:prstGeom>
            <a:solidFill>
              <a:srgbClr val="004C8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grpSp>
      <p:pic>
        <p:nvPicPr>
          <p:cNvPr id="8" name="Imagen 7">
            <a:extLst>
              <a:ext uri="{FF2B5EF4-FFF2-40B4-BE49-F238E27FC236}">
                <a16:creationId xmlns:a16="http://schemas.microsoft.com/office/drawing/2014/main" id="{8727BA31-9DAA-20CB-C76A-60200E77D40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72124" y="575657"/>
            <a:ext cx="2486755" cy="865685"/>
          </a:xfrm>
          <a:prstGeom prst="rect">
            <a:avLst/>
          </a:prstGeom>
        </p:spPr>
      </p:pic>
      <p:pic>
        <p:nvPicPr>
          <p:cNvPr id="9" name="Imagen 8">
            <a:extLst>
              <a:ext uri="{FF2B5EF4-FFF2-40B4-BE49-F238E27FC236}">
                <a16:creationId xmlns:a16="http://schemas.microsoft.com/office/drawing/2014/main" id="{F3DBDDEB-F6AA-C9F9-DA06-0371EBE302F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61994" y="3607734"/>
            <a:ext cx="511809" cy="2862339"/>
          </a:xfrm>
          <a:prstGeom prst="rect">
            <a:avLst/>
          </a:prstGeom>
        </p:spPr>
      </p:pic>
      <p:sp>
        <p:nvSpPr>
          <p:cNvPr id="16" name="Marcador de contenido 15">
            <a:extLst>
              <a:ext uri="{FF2B5EF4-FFF2-40B4-BE49-F238E27FC236}">
                <a16:creationId xmlns:a16="http://schemas.microsoft.com/office/drawing/2014/main" id="{2AAAB6A8-DE3E-2DAE-AEAE-6D9C8E842946}"/>
              </a:ext>
            </a:extLst>
          </p:cNvPr>
          <p:cNvSpPr>
            <a:spLocks noGrp="1"/>
          </p:cNvSpPr>
          <p:nvPr>
            <p:ph idx="13"/>
          </p:nvPr>
        </p:nvSpPr>
        <p:spPr>
          <a:xfrm>
            <a:off x="609600" y="1600201"/>
            <a:ext cx="10213910" cy="4893576"/>
          </a:xfrm>
        </p:spPr>
        <p:txBody>
          <a:bodyPr/>
          <a:lstStyle/>
          <a:p>
            <a:endParaRPr lang="es-MX" dirty="0"/>
          </a:p>
        </p:txBody>
      </p:sp>
    </p:spTree>
    <p:extLst>
      <p:ext uri="{BB962C8B-B14F-4D97-AF65-F5344CB8AC3E}">
        <p14:creationId xmlns:p14="http://schemas.microsoft.com/office/powerpoint/2010/main" val="6615437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Box 8">
            <a:extLst>
              <a:ext uri="{FF2B5EF4-FFF2-40B4-BE49-F238E27FC236}">
                <a16:creationId xmlns:a16="http://schemas.microsoft.com/office/drawing/2014/main" id="{8ADFA9A2-1A70-4586-A9E0-3C117E6A0C8C}"/>
              </a:ext>
            </a:extLst>
          </p:cNvPr>
          <p:cNvSpPr txBox="1">
            <a:spLocks noChangeArrowheads="1"/>
          </p:cNvSpPr>
          <p:nvPr/>
        </p:nvSpPr>
        <p:spPr bwMode="auto">
          <a:xfrm>
            <a:off x="3303402" y="5887325"/>
            <a:ext cx="68580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sz="2400" b="1" dirty="0">
                <a:solidFill>
                  <a:schemeClr val="bg1"/>
                </a:solidFill>
                <a:latin typeface="Arial" charset="0"/>
              </a:rPr>
              <a:t>ARICA - CHILE</a:t>
            </a:r>
            <a:endParaRPr lang="en-US" sz="2400" dirty="0">
              <a:solidFill>
                <a:schemeClr val="bg1"/>
              </a:solidFill>
              <a:latin typeface="Eurostile BoldExtendedTwo" charset="0"/>
            </a:endParaRPr>
          </a:p>
        </p:txBody>
      </p:sp>
      <p:pic>
        <p:nvPicPr>
          <p:cNvPr id="12" name="Imagen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918"/>
            <a:ext cx="12192000" cy="6430945"/>
          </a:xfrm>
          <a:prstGeom prst="rect">
            <a:avLst/>
          </a:prstGeom>
          <a:ln>
            <a:noFill/>
          </a:ln>
        </p:spPr>
      </p:pic>
      <p:sp>
        <p:nvSpPr>
          <p:cNvPr id="13" name="Rectangle 18">
            <a:extLst>
              <a:ext uri="{FF2B5EF4-FFF2-40B4-BE49-F238E27FC236}">
                <a16:creationId xmlns:a16="http://schemas.microsoft.com/office/drawing/2014/main" id="{996DAE91-E53D-4FFB-8098-8AFE46881F1D}"/>
              </a:ext>
            </a:extLst>
          </p:cNvPr>
          <p:cNvSpPr/>
          <p:nvPr/>
        </p:nvSpPr>
        <p:spPr>
          <a:xfrm flipV="1">
            <a:off x="1" y="13618"/>
            <a:ext cx="5972452" cy="6417325"/>
          </a:xfrm>
          <a:prstGeom prst="rect">
            <a:avLst/>
          </a:prstGeom>
          <a:gradFill>
            <a:gsLst>
              <a:gs pos="100000">
                <a:schemeClr val="accent1">
                  <a:lumMod val="5000"/>
                  <a:lumOff val="95000"/>
                  <a:alpha val="0"/>
                </a:schemeClr>
              </a:gs>
              <a:gs pos="32000">
                <a:srgbClr val="0070C0"/>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18" name="Rectangle 18">
            <a:extLst>
              <a:ext uri="{FF2B5EF4-FFF2-40B4-BE49-F238E27FC236}">
                <a16:creationId xmlns:a16="http://schemas.microsoft.com/office/drawing/2014/main" id="{996DAE91-E53D-4FFB-8098-8AFE46881F1D}"/>
              </a:ext>
            </a:extLst>
          </p:cNvPr>
          <p:cNvSpPr/>
          <p:nvPr/>
        </p:nvSpPr>
        <p:spPr>
          <a:xfrm flipV="1">
            <a:off x="1" y="5688710"/>
            <a:ext cx="12192000" cy="1169909"/>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pic>
        <p:nvPicPr>
          <p:cNvPr id="17" name="Imagen 1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32402" y="2951018"/>
            <a:ext cx="4282247" cy="1496484"/>
          </a:xfrm>
          <a:prstGeom prst="rect">
            <a:avLst/>
          </a:prstGeom>
        </p:spPr>
      </p:pic>
      <p:pic>
        <p:nvPicPr>
          <p:cNvPr id="3" name="Imagen 2"/>
          <p:cNvPicPr>
            <a:picLocks noChangeAspect="1"/>
          </p:cNvPicPr>
          <p:nvPr/>
        </p:nvPicPr>
        <p:blipFill>
          <a:blip r:embed="rId5">
            <a:alphaModFix amt="31000"/>
            <a:extLst>
              <a:ext uri="{28A0092B-C50C-407E-A947-70E740481C1C}">
                <a14:useLocalDpi xmlns:a14="http://schemas.microsoft.com/office/drawing/2010/main" val="0"/>
              </a:ext>
            </a:extLst>
          </a:blip>
          <a:stretch>
            <a:fillRect/>
          </a:stretch>
        </p:blipFill>
        <p:spPr>
          <a:xfrm>
            <a:off x="0" y="2419690"/>
            <a:ext cx="5966423" cy="1621108"/>
          </a:xfrm>
          <a:prstGeom prst="rect">
            <a:avLst/>
          </a:prstGeom>
        </p:spPr>
      </p:pic>
      <p:pic>
        <p:nvPicPr>
          <p:cNvPr id="5" name="Imagen 4" descr="Interfaz de usuario gráfica, Aplicación&#10;&#10;Descripción generada automáticamente">
            <a:extLst>
              <a:ext uri="{FF2B5EF4-FFF2-40B4-BE49-F238E27FC236}">
                <a16:creationId xmlns:a16="http://schemas.microsoft.com/office/drawing/2014/main" id="{56F54D0E-9772-4A28-255B-A44403E3D99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53184" y="4230126"/>
            <a:ext cx="4060054" cy="1439894"/>
          </a:xfrm>
          <a:prstGeom prst="rect">
            <a:avLst/>
          </a:prstGeom>
        </p:spPr>
      </p:pic>
    </p:spTree>
    <p:extLst>
      <p:ext uri="{BB962C8B-B14F-4D97-AF65-F5344CB8AC3E}">
        <p14:creationId xmlns:p14="http://schemas.microsoft.com/office/powerpoint/2010/main" val="1579562940"/>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6239</TotalTime>
  <Words>1598</Words>
  <Application>Microsoft Office PowerPoint</Application>
  <PresentationFormat>Panorámica</PresentationFormat>
  <Paragraphs>170</Paragraphs>
  <Slides>27</Slides>
  <Notes>27</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27</vt:i4>
      </vt:variant>
    </vt:vector>
  </HeadingPairs>
  <TitlesOfParts>
    <vt:vector size="32" baseType="lpstr">
      <vt:lpstr>Arial</vt:lpstr>
      <vt:lpstr>Calibri</vt:lpstr>
      <vt:lpstr>Calibri Light</vt:lpstr>
      <vt:lpstr>Eurostile BoldExtendedTwo</vt:lpstr>
      <vt:lpstr>Tema de Office</vt:lpstr>
      <vt:lpstr>Presentación de PowerPoint</vt:lpstr>
      <vt:lpstr>Índice de contenidos</vt:lpstr>
      <vt:lpstr>Software</vt:lpstr>
      <vt:lpstr>Dominios de aplicación del software</vt:lpstr>
      <vt:lpstr>Actividad 01</vt:lpstr>
      <vt:lpstr>Software de sistemas</vt:lpstr>
      <vt:lpstr>Software de aplicación</vt:lpstr>
      <vt:lpstr>Software científico/de ingeniería</vt:lpstr>
      <vt:lpstr>Software integrado</vt:lpstr>
      <vt:lpstr>Software de línea de productos</vt:lpstr>
      <vt:lpstr>Aplicaciones web/móviles</vt:lpstr>
      <vt:lpstr>Software de inteligencia artificial</vt:lpstr>
      <vt:lpstr>Software Heredado</vt:lpstr>
      <vt:lpstr>Actividad 02</vt:lpstr>
      <vt:lpstr>Ingeniería de software</vt:lpstr>
      <vt:lpstr>Capas de la ingeniería de software</vt:lpstr>
      <vt:lpstr>Capa de Calidad del Software</vt:lpstr>
      <vt:lpstr>Capa de Procesos</vt:lpstr>
      <vt:lpstr>Capa de Métodos</vt:lpstr>
      <vt:lpstr>Capa de Herramientas</vt:lpstr>
      <vt:lpstr>Marco de trabajo del proceso</vt:lpstr>
      <vt:lpstr>Actividades sombrillas</vt:lpstr>
      <vt:lpstr>Atributos de calidad del software</vt:lpstr>
      <vt:lpstr>Actividad 03</vt:lpstr>
      <vt:lpstr>Principios generales</vt:lpstr>
      <vt:lpstr>Actividad 04</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cp:lastModifiedBy>Diego Supanta</cp:lastModifiedBy>
  <cp:revision>227</cp:revision>
  <dcterms:created xsi:type="dcterms:W3CDTF">2019-05-21T16:47:52Z</dcterms:created>
  <dcterms:modified xsi:type="dcterms:W3CDTF">2026-03-17T19:14:18Z</dcterms:modified>
</cp:coreProperties>
</file>