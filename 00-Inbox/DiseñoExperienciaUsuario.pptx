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tabLst>
                <a:tab pos="0" algn="l"/>
              </a:tabLst>
            </a:pPr>
            <a:r>
              <a:rPr lang="es-CL" sz="4400" b="0" u="none" strike="noStrike">
                <a:solidFill>
                  <a:schemeClr val="dk1"/>
                </a:solidFill>
                <a:effectLst/>
                <a:uFillTx/>
                <a:latin typeface="Calibri Light"/>
              </a:rPr>
              <a:t>Pulse para desplazar la diapositiva</a:t>
            </a:r>
            <a:endParaRPr lang="es-CL" sz="4400" b="0" u="none" strike="noStrike">
              <a:solidFill>
                <a:schemeClr val="dk1"/>
              </a:solidFill>
              <a:effectLst/>
              <a:uFillTx/>
              <a:latin typeface="Calibri Light"/>
            </a:endParaRPr>
          </a:p>
        </p:txBody>
      </p:sp>
      <p:sp>
        <p:nvSpPr>
          <p:cNvPr id="6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6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69"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70"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1"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D0D92995-4887-4036-AA5C-7A0A3630205F}"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5680" cy="3085560"/>
          </a:xfrm>
          <a:prstGeom prst="rect">
            <a:avLst/>
          </a:prstGeom>
          <a:ln w="0">
            <a:noFill/>
          </a:ln>
        </p:spPr>
      </p:sp>
      <p:sp>
        <p:nvSpPr>
          <p:cNvPr id="1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189" name="PlaceHolder 3"/>
          <p:cNvSpPr>
            <a:spLocks noGrp="1"/>
          </p:cNvSpPr>
          <p:nvPr>
            <p:ph type="sldNum" idx="4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ES_tradnl" sz="1200" b="0" u="none" strike="noStrike">
                <a:solidFill>
                  <a:schemeClr val="dk1"/>
                </a:solidFill>
                <a:effectLst/>
                <a:uFillTx/>
                <a:latin typeface="+mn-lt"/>
                <a:ea typeface="+mn-ea"/>
              </a:defRPr>
            </a:lvl1pPr>
          </a:lstStyle>
          <a:p>
            <a:pPr indent="0" algn="r" defTabSz="914400">
              <a:lnSpc>
                <a:spcPct val="100000"/>
              </a:lnSpc>
              <a:buNone/>
              <a:tabLst>
                <a:tab pos="0" algn="l"/>
              </a:tabLst>
            </a:pPr>
            <a:fld id="{7DAE2B9D-0223-4962-97B6-411F9D7501CE}" type="slidenum">
              <a:rPr lang="es-ES_tradn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5680" cy="3085560"/>
          </a:xfrm>
          <a:prstGeom prst="rect">
            <a:avLst/>
          </a:prstGeom>
          <a:ln w="0">
            <a:noFill/>
          </a:ln>
        </p:spPr>
      </p:sp>
      <p:sp>
        <p:nvSpPr>
          <p:cNvPr id="1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192" name="PlaceHolder 3"/>
          <p:cNvSpPr>
            <a:spLocks noGrp="1"/>
          </p:cNvSpPr>
          <p:nvPr>
            <p:ph type="sldNum" idx="4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ES_tradnl" sz="1200" b="0" u="none" strike="noStrike">
                <a:solidFill>
                  <a:schemeClr val="dk1"/>
                </a:solidFill>
                <a:effectLst/>
                <a:uFillTx/>
                <a:latin typeface="+mn-lt"/>
                <a:ea typeface="+mn-ea"/>
              </a:defRPr>
            </a:lvl1pPr>
          </a:lstStyle>
          <a:p>
            <a:pPr indent="0" algn="r" defTabSz="914400">
              <a:lnSpc>
                <a:spcPct val="100000"/>
              </a:lnSpc>
              <a:buNone/>
              <a:tabLst>
                <a:tab pos="0" algn="l"/>
              </a:tabLst>
            </a:pPr>
            <a:fld id="{83E56C3A-D9E4-439F-99A9-5F7C45F851DB}" type="slidenum">
              <a:rPr lang="es-ES_tradn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5680" cy="3085560"/>
          </a:xfrm>
          <a:prstGeom prst="rect">
            <a:avLst/>
          </a:prstGeom>
          <a:ln w="0">
            <a:noFill/>
          </a:ln>
        </p:spPr>
      </p:sp>
      <p:sp>
        <p:nvSpPr>
          <p:cNvPr id="1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95" name="PlaceHolder 3"/>
          <p:cNvSpPr>
            <a:spLocks noGrp="1"/>
          </p:cNvSpPr>
          <p:nvPr>
            <p:ph type="sldNum" idx="4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280D880D-729A-4A4A-AFB9-F2D32F2D233E}" type="slidenum">
              <a:rPr lang="es-C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5680" cy="3085560"/>
          </a:xfrm>
          <a:prstGeom prst="rect">
            <a:avLst/>
          </a:prstGeom>
          <a:ln w="0">
            <a:noFill/>
          </a:ln>
        </p:spPr>
      </p:sp>
      <p:sp>
        <p:nvSpPr>
          <p:cNvPr id="1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198" name="PlaceHolder 3"/>
          <p:cNvSpPr>
            <a:spLocks noGrp="1"/>
          </p:cNvSpPr>
          <p:nvPr>
            <p:ph type="sldNum" idx="4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AD440819-0CCC-4D56-AAEE-9E3DCFDBF188}" type="slidenum">
              <a:rPr lang="es-C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5680" cy="3085560"/>
          </a:xfrm>
          <a:prstGeom prst="rect">
            <a:avLst/>
          </a:prstGeom>
          <a:ln w="0">
            <a:noFill/>
          </a:ln>
        </p:spPr>
      </p:sp>
      <p:sp>
        <p:nvSpPr>
          <p:cNvPr id="2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01" name="PlaceHolder 3"/>
          <p:cNvSpPr>
            <a:spLocks noGrp="1"/>
          </p:cNvSpPr>
          <p:nvPr>
            <p:ph type="sldNum" idx="4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D12F08F0-DC2C-48AF-B154-B63533369EDF}" type="slidenum">
              <a:rPr lang="es-C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5680" cy="3085560"/>
          </a:xfrm>
          <a:prstGeom prst="rect">
            <a:avLst/>
          </a:prstGeom>
          <a:ln w="0">
            <a:noFill/>
          </a:ln>
        </p:spPr>
      </p:sp>
      <p:sp>
        <p:nvSpPr>
          <p:cNvPr id="2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04" name="PlaceHolder 3"/>
          <p:cNvSpPr>
            <a:spLocks noGrp="1"/>
          </p:cNvSpPr>
          <p:nvPr>
            <p:ph type="sldNum" idx="4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E49FDF09-6CE8-4BDA-B428-DB4F6E2CD0E7}" type="slidenum">
              <a:rPr lang="es-C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5680" cy="3085560"/>
          </a:xfrm>
          <a:prstGeom prst="rect">
            <a:avLst/>
          </a:prstGeom>
          <a:ln w="0">
            <a:noFill/>
          </a:ln>
        </p:spPr>
      </p:sp>
      <p:sp>
        <p:nvSpPr>
          <p:cNvPr id="2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07" name="PlaceHolder 3"/>
          <p:cNvSpPr>
            <a:spLocks noGrp="1"/>
          </p:cNvSpPr>
          <p:nvPr>
            <p:ph type="sldNum" idx="4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D000D607-F072-4265-8E78-BB81C370F7EA}" type="slidenum">
              <a:rPr lang="es-C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5680" cy="3085560"/>
          </a:xfrm>
          <a:prstGeom prst="rect">
            <a:avLst/>
          </a:prstGeom>
          <a:ln w="0">
            <a:noFill/>
          </a:ln>
        </p:spPr>
      </p:sp>
      <p:sp>
        <p:nvSpPr>
          <p:cNvPr id="2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10" name="PlaceHolder 3"/>
          <p:cNvSpPr>
            <a:spLocks noGrp="1"/>
          </p:cNvSpPr>
          <p:nvPr>
            <p:ph type="sldNum" idx="4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F76BCE49-2347-4B26-9491-116B4A39D61D}" type="slidenum">
              <a:rPr lang="es-CL" sz="1200" b="0" u="none" strike="noStrike">
                <a:solidFill>
                  <a:schemeClr val="dk1"/>
                </a:solidFill>
                <a:effectLst/>
                <a:uFillTx/>
                <a:latin typeface="+mn-lt"/>
                <a:ea typeface="+mn-ea"/>
              </a:rPr>
              <a:t>14</a:t>
            </a:fld>
            <a:endParaRPr lang="es-E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5680" cy="3085560"/>
          </a:xfrm>
          <a:prstGeom prst="rect">
            <a:avLst/>
          </a:prstGeom>
          <a:ln w="0">
            <a:noFill/>
          </a:ln>
        </p:spPr>
      </p:sp>
      <p:sp>
        <p:nvSpPr>
          <p:cNvPr id="2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13" name="PlaceHolder 3"/>
          <p:cNvSpPr>
            <a:spLocks noGrp="1"/>
          </p:cNvSpPr>
          <p:nvPr>
            <p:ph type="sldNum" idx="4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955419FC-4634-4126-A915-168C415AE8A9}"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5680" cy="3085560"/>
          </a:xfrm>
          <a:prstGeom prst="rect">
            <a:avLst/>
          </a:prstGeom>
          <a:ln w="0">
            <a:noFill/>
          </a:ln>
        </p:spPr>
      </p:sp>
      <p:sp>
        <p:nvSpPr>
          <p:cNvPr id="2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16"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4AE73898-EC19-4CA5-8903-70BF204FC40C}"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5680" cy="3085560"/>
          </a:xfrm>
          <a:prstGeom prst="rect">
            <a:avLst/>
          </a:prstGeom>
          <a:ln w="0">
            <a:noFill/>
          </a:ln>
        </p:spPr>
      </p:sp>
      <p:sp>
        <p:nvSpPr>
          <p:cNvPr id="2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19" name="PlaceHolder 3"/>
          <p:cNvSpPr>
            <a:spLocks noGrp="1"/>
          </p:cNvSpPr>
          <p:nvPr>
            <p:ph type="sldNum" idx="5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07F03082-CADB-4AE0-8818-8486FF59300C}"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5680" cy="3085560"/>
          </a:xfrm>
          <a:prstGeom prst="rect">
            <a:avLst/>
          </a:prstGeom>
          <a:ln w="0">
            <a:noFill/>
          </a:ln>
        </p:spPr>
      </p:sp>
      <p:sp>
        <p:nvSpPr>
          <p:cNvPr id="2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22" name="PlaceHolder 3"/>
          <p:cNvSpPr>
            <a:spLocks noGrp="1"/>
          </p:cNvSpPr>
          <p:nvPr>
            <p:ph type="sldNum" idx="5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4F3C5507-57E5-4500-AFDE-1680A19FA21E}"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5680" cy="3085560"/>
          </a:xfrm>
          <a:prstGeom prst="rect">
            <a:avLst/>
          </a:prstGeom>
          <a:ln w="0">
            <a:noFill/>
          </a:ln>
        </p:spPr>
      </p:sp>
      <p:sp>
        <p:nvSpPr>
          <p:cNvPr id="2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25"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D41F9E36-BB71-41AA-88CF-4FA2265D8D56}"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5680" cy="3085560"/>
          </a:xfrm>
          <a:prstGeom prst="rect">
            <a:avLst/>
          </a:prstGeom>
          <a:ln w="0">
            <a:noFill/>
          </a:ln>
        </p:spPr>
      </p:sp>
      <p:sp>
        <p:nvSpPr>
          <p:cNvPr id="2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s-CL" sz="2000" b="0" u="none" strike="noStrike">
                <a:solidFill>
                  <a:srgbClr val="000000"/>
                </a:solidFill>
                <a:effectLst/>
                <a:uFillTx/>
                <a:latin typeface="Arial"/>
              </a:rPr>
              <a:t>Sugerencia: Reemplazar con temas y subtemas</a:t>
            </a:r>
            <a:endParaRPr lang="es-ES" sz="2000" b="0" u="none" strike="noStrike">
              <a:solidFill>
                <a:srgbClr val="000000"/>
              </a:solidFill>
              <a:effectLst/>
              <a:uFillTx/>
              <a:latin typeface="Arial"/>
            </a:endParaRPr>
          </a:p>
          <a:p>
            <a:pPr indent="0" algn="l" defTabSz="914400">
              <a:lnSpc>
                <a:spcPct val="100000"/>
              </a:lnSpc>
              <a:buNone/>
              <a:tabLst>
                <a:tab pos="0" algn="l"/>
              </a:tabLst>
            </a:pPr>
            <a:endParaRPr lang="es-ES" sz="2000" b="0" u="none" strike="noStrike">
              <a:solidFill>
                <a:srgbClr val="000000"/>
              </a:solidFill>
              <a:effectLst/>
              <a:uFillTx/>
              <a:latin typeface="Arial"/>
            </a:endParaRPr>
          </a:p>
        </p:txBody>
      </p:sp>
      <p:sp>
        <p:nvSpPr>
          <p:cNvPr id="228" name="PlaceHolder 3"/>
          <p:cNvSpPr>
            <a:spLocks noGrp="1"/>
          </p:cNvSpPr>
          <p:nvPr>
            <p:ph type="sldNum" idx="5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CL" sz="1200" b="0" u="none" strike="noStrike">
                <a:solidFill>
                  <a:schemeClr val="dk1"/>
                </a:solidFill>
                <a:effectLst/>
                <a:uFillTx/>
                <a:latin typeface="+mn-lt"/>
                <a:ea typeface="+mn-ea"/>
              </a:defRPr>
            </a:lvl1pPr>
          </a:lstStyle>
          <a:p>
            <a:pPr indent="0" algn="r" defTabSz="914400">
              <a:lnSpc>
                <a:spcPct val="100000"/>
              </a:lnSpc>
              <a:buNone/>
              <a:tabLst>
                <a:tab pos="0" algn="l"/>
              </a:tabLst>
            </a:pPr>
            <a:fld id="{2243489C-DDEB-48D6-81C7-F076EB647343}" type="slidenum">
              <a:rPr lang="es-C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5680" cy="3085560"/>
          </a:xfrm>
          <a:prstGeom prst="rect">
            <a:avLst/>
          </a:prstGeom>
          <a:ln w="0">
            <a:noFill/>
          </a:ln>
        </p:spPr>
      </p:sp>
      <p:sp>
        <p:nvSpPr>
          <p:cNvPr id="2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s-ES_tradnl" sz="2000" b="0" u="none" strike="noStrike">
                <a:solidFill>
                  <a:srgbClr val="000000"/>
                </a:solidFill>
                <a:effectLst/>
                <a:uFillTx/>
                <a:latin typeface="Arial"/>
              </a:rPr>
              <a:t> </a:t>
            </a:r>
            <a:endParaRPr lang="es-ES" sz="2000" b="0" u="none" strike="noStrike">
              <a:solidFill>
                <a:srgbClr val="000000"/>
              </a:solidFill>
              <a:effectLst/>
              <a:uFillTx/>
              <a:latin typeface="Arial"/>
            </a:endParaRPr>
          </a:p>
        </p:txBody>
      </p:sp>
      <p:sp>
        <p:nvSpPr>
          <p:cNvPr id="231"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s-ES_tradnl" sz="1200" b="0" u="none" strike="noStrike">
                <a:solidFill>
                  <a:schemeClr val="dk1"/>
                </a:solidFill>
                <a:effectLst/>
                <a:uFillTx/>
                <a:latin typeface="+mn-lt"/>
                <a:ea typeface="+mn-ea"/>
              </a:defRPr>
            </a:lvl1pPr>
          </a:lstStyle>
          <a:p>
            <a:pPr indent="0" algn="r" defTabSz="914400">
              <a:lnSpc>
                <a:spcPct val="100000"/>
              </a:lnSpc>
              <a:buNone/>
              <a:tabLst>
                <a:tab pos="0" algn="l"/>
              </a:tabLst>
            </a:pPr>
            <a:fld id="{C97ECFFB-B226-4162-89FA-7465BBE85F91}" type="slidenum">
              <a:rPr lang="es-ES_tradnl"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FEA3D12-865B-424D-A3E1-91A5AAADAD2D}"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7" name="PlaceHolder 2"/>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 name="PlaceHolder 3"/>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7D5FC14-FBE3-4679-AB58-EC7E30193F65}"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9"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defTabSz="914400">
              <a:lnSpc>
                <a:spcPct val="90000"/>
              </a:lnSpc>
              <a:buNone/>
              <a:tabLst>
                <a:tab pos="0" algn="l"/>
              </a:tabLst>
              <a:defRPr lang="es-CL" sz="4400" b="0" u="none" strike="noStrike">
                <a:solidFill>
                  <a:schemeClr val="dk1"/>
                </a:solidFill>
                <a:effectLst/>
                <a:uFillTx/>
                <a:latin typeface="Calibri Light"/>
              </a:defRPr>
            </a:lvl1pPr>
          </a:lstStyle>
          <a:p>
            <a:pPr indent="0" algn="l" defTabSz="914400">
              <a:lnSpc>
                <a:spcPct val="90000"/>
              </a:lnSpc>
              <a:buNone/>
              <a:tabLst>
                <a:tab pos="0" algn="l"/>
              </a:tabLst>
            </a:pPr>
            <a:r>
              <a:rPr lang="es-CL" sz="4400" b="0" u="none" strike="noStrike">
                <a:solidFill>
                  <a:schemeClr val="dk1"/>
                </a:solidFill>
                <a:effectLst/>
                <a:uFillTx/>
                <a:latin typeface="Calibri Light"/>
              </a:rPr>
              <a:t>Pulse para editar el formato del texto de título</a:t>
            </a:r>
            <a:endParaRPr lang="es-CL" sz="4400" b="0" u="none" strike="noStrike">
              <a:solidFill>
                <a:schemeClr val="dk1"/>
              </a:solidFill>
              <a:effectLst/>
              <a:uFillTx/>
              <a:latin typeface="Calibri Light"/>
            </a:endParaRPr>
          </a:p>
        </p:txBody>
      </p:sp>
      <p:sp>
        <p:nvSpPr>
          <p:cNvPr id="10"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CL"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CL"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CL"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CL"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CL"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CL"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CL"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s-CL" sz="2800" b="0" u="none" strike="noStrike">
                <a:solidFill>
                  <a:schemeClr val="dk1"/>
                </a:solidFill>
                <a:effectLst/>
                <a:uFillTx/>
                <a:latin typeface="Calibri"/>
              </a:rPr>
              <a:t>Pulse para editar el formato de texto del esquema</a:t>
            </a:r>
            <a:endParaRPr lang="es-CL"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s-CL" sz="2400" b="0" u="none" strike="noStrike">
                <a:solidFill>
                  <a:schemeClr val="dk1"/>
                </a:solidFill>
                <a:effectLst/>
                <a:uFillTx/>
                <a:latin typeface="Calibri"/>
              </a:rPr>
              <a:t>Segundo nivel del esquema</a:t>
            </a:r>
            <a:endParaRPr lang="es-CL"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s-CL" sz="2000" b="0" u="none" strike="noStrike">
                <a:solidFill>
                  <a:schemeClr val="dk1"/>
                </a:solidFill>
                <a:effectLst/>
                <a:uFillTx/>
                <a:latin typeface="Calibri"/>
              </a:rPr>
              <a:t>Tercer nivel del esquema</a:t>
            </a:r>
            <a:endParaRPr lang="es-CL"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s-CL" sz="1800" b="0" u="none" strike="noStrike">
                <a:solidFill>
                  <a:schemeClr val="dk1"/>
                </a:solidFill>
                <a:effectLst/>
                <a:uFillTx/>
                <a:latin typeface="Calibri"/>
              </a:rPr>
              <a:t>Cuarto nivel del esquema</a:t>
            </a:r>
            <a:endParaRPr lang="es-CL"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s-CL" sz="1800" b="0" u="none" strike="noStrike">
                <a:solidFill>
                  <a:schemeClr val="dk1"/>
                </a:solidFill>
                <a:effectLst/>
                <a:uFillTx/>
                <a:latin typeface="Calibri"/>
              </a:rPr>
              <a:t>Quinto nivel del esquema</a:t>
            </a:r>
            <a:endParaRPr lang="es-CL"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Sexto nivel del esquema</a:t>
            </a:r>
            <a:endParaRPr lang="es-CL"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Séptimo nivel del esquema</a:t>
            </a:r>
            <a:endParaRPr lang="es-CL"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s-ES" sz="3200" b="0" u="none" strike="noStrike">
                <a:solidFill>
                  <a:schemeClr val="dk1"/>
                </a:solidFill>
                <a:effectLst/>
                <a:uFillTx/>
                <a:latin typeface="Calibri Light"/>
              </a:defRPr>
            </a:lvl1pPr>
          </a:lstStyle>
          <a:p>
            <a:pPr indent="0" algn="l" defTabSz="914400">
              <a:lnSpc>
                <a:spcPct val="90000"/>
              </a:lnSpc>
              <a:buNone/>
              <a:tabLst>
                <a:tab pos="0" algn="l"/>
              </a:tabLst>
            </a:pPr>
            <a:r>
              <a:rPr lang="es-ES" sz="3200" b="0" u="none" strike="noStrike">
                <a:solidFill>
                  <a:schemeClr val="dk1"/>
                </a:solidFill>
                <a:effectLst/>
                <a:uFillTx/>
                <a:latin typeface="Calibri Light"/>
              </a:rPr>
              <a:t>Haga clic para modificar el estilo de título del patrón</a:t>
            </a:r>
            <a:endParaRPr lang="es-ES" sz="3200" b="0" u="none" strike="noStrike">
              <a:solidFill>
                <a:schemeClr val="dk1"/>
              </a:solidFill>
              <a:effectLst/>
              <a:uFillTx/>
              <a:latin typeface="Calibri Light"/>
            </a:endParaRPr>
          </a:p>
        </p:txBody>
      </p:sp>
      <p:sp>
        <p:nvSpPr>
          <p:cNvPr id="12"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3200" b="0" u="none" strike="noStrike">
                <a:solidFill>
                  <a:schemeClr val="dk1"/>
                </a:solidFill>
                <a:effectLst/>
                <a:uFillTx/>
                <a:latin typeface="Calibri"/>
              </a:rPr>
              <a:t>Haga clic para modificar los estilos de texto del patrón</a:t>
            </a:r>
            <a:endParaRPr lang="es-E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800" b="0" u="none" strike="noStrike">
                <a:solidFill>
                  <a:schemeClr val="dk1"/>
                </a:solidFill>
                <a:effectLst/>
                <a:uFillTx/>
                <a:latin typeface="Calibri"/>
              </a:rPr>
              <a:t>Segundo nivel</a:t>
            </a:r>
            <a:endParaRPr lang="es-E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Tercer nivel</a:t>
            </a:r>
            <a:endParaRPr lang="es-E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Cuarto nivel</a:t>
            </a:r>
            <a:endParaRPr lang="es-E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Quinto nivel</a:t>
            </a:r>
            <a:endParaRPr lang="es-ES" sz="2000" b="0" u="none" strike="noStrike">
              <a:solidFill>
                <a:schemeClr val="dk1"/>
              </a:solidFill>
              <a:effectLst/>
              <a:uFillTx/>
              <a:latin typeface="Calibri"/>
            </a:endParaRPr>
          </a:p>
        </p:txBody>
      </p:sp>
      <p:sp>
        <p:nvSpPr>
          <p:cNvPr id="13"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ES" sz="1600" b="0" u="none" strike="noStrike">
              <a:solidFill>
                <a:schemeClr val="dk1"/>
              </a:solidFill>
              <a:effectLst/>
              <a:uFillTx/>
              <a:latin typeface="Calibri"/>
            </a:endParaRPr>
          </a:p>
        </p:txBody>
      </p:sp>
      <p:sp>
        <p:nvSpPr>
          <p:cNvPr id="14" name="PlaceHolder 4"/>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5" name="PlaceHolder 5"/>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7BF6900-1C9C-405F-87EC-EA3E0EB6E52C}"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s-ES" sz="3200" b="0" u="none" strike="noStrike">
                <a:solidFill>
                  <a:schemeClr val="dk1"/>
                </a:solidFill>
                <a:effectLst/>
                <a:uFillTx/>
                <a:latin typeface="Calibri Light"/>
              </a:defRPr>
            </a:lvl1pPr>
          </a:lstStyle>
          <a:p>
            <a:pPr indent="0" algn="l" defTabSz="914400">
              <a:lnSpc>
                <a:spcPct val="90000"/>
              </a:lnSpc>
              <a:buNone/>
              <a:tabLst>
                <a:tab pos="0" algn="l"/>
              </a:tabLst>
            </a:pPr>
            <a:r>
              <a:rPr lang="es-ES" sz="3200" b="0" u="none" strike="noStrike">
                <a:solidFill>
                  <a:schemeClr val="dk1"/>
                </a:solidFill>
                <a:effectLst/>
                <a:uFillTx/>
                <a:latin typeface="Calibri Light"/>
              </a:rPr>
              <a:t>Haga clic para modificar el estilo de título del patrón</a:t>
            </a:r>
            <a:endParaRPr lang="es-ES" sz="3200" b="0" u="none" strike="noStrike">
              <a:solidFill>
                <a:schemeClr val="dk1"/>
              </a:solidFill>
              <a:effectLst/>
              <a:uFillTx/>
              <a:latin typeface="Calibri Light"/>
            </a:endParaRPr>
          </a:p>
        </p:txBody>
      </p:sp>
      <p:sp>
        <p:nvSpPr>
          <p:cNvPr id="18"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s-CL"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tabLst>
                <a:tab pos="0" algn="l"/>
              </a:tabLst>
              <a:defRPr lang="es-CL"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tabLst>
                <a:tab pos="0" algn="l"/>
              </a:tabLst>
              <a:defRPr lang="es-CL"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tabLst>
                <a:tab pos="0" algn="l"/>
              </a:tabLst>
              <a:defRPr lang="es-CL"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tabLst>
                <a:tab pos="0" algn="l"/>
              </a:tabLst>
              <a:defRPr lang="es-CL"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tabLst>
                <a:tab pos="0" algn="l"/>
              </a:tabLst>
              <a:defRPr lang="es-CL"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tabLst>
                <a:tab pos="0" algn="l"/>
              </a:tabLst>
              <a:defRPr lang="es-CL" sz="3200" b="0" u="none" strike="noStrike">
                <a:solidFill>
                  <a:schemeClr val="dk1"/>
                </a:solidFill>
                <a:effectLst/>
                <a:uFillTx/>
                <a:latin typeface="Calibri"/>
              </a:defRPr>
            </a:lvl7pPr>
          </a:lstStyle>
          <a:p>
            <a:pPr marL="432000" indent="-324000" algn="l" defTabSz="914400">
              <a:lnSpc>
                <a:spcPct val="90000"/>
              </a:lnSpc>
              <a:spcBef>
                <a:spcPts val="1001"/>
              </a:spcBef>
              <a:buClr>
                <a:srgbClr val="000000"/>
              </a:buClr>
              <a:buFont typeface="Arial"/>
              <a:buChar char="•"/>
              <a:tabLst>
                <a:tab pos="0" algn="l"/>
              </a:tabLst>
            </a:pPr>
            <a:r>
              <a:rPr lang="es-CL" sz="3200" b="0" u="none" strike="noStrike">
                <a:solidFill>
                  <a:schemeClr val="dk1"/>
                </a:solidFill>
                <a:effectLst/>
                <a:uFillTx/>
                <a:latin typeface="Calibri"/>
              </a:rPr>
              <a:t>Pulse para editar el formato de texto del esquema</a:t>
            </a:r>
            <a:endParaRPr lang="es-ES" sz="3200" b="0" u="none" strike="noStrike">
              <a:solidFill>
                <a:schemeClr val="dk1"/>
              </a:solidFill>
              <a:effectLst/>
              <a:uFillTx/>
              <a:latin typeface="Calibri"/>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es-CL" sz="3200" b="0" u="none" strike="noStrike">
                <a:solidFill>
                  <a:schemeClr val="dk1"/>
                </a:solidFill>
                <a:effectLst/>
                <a:uFillTx/>
                <a:latin typeface="Calibri"/>
              </a:rPr>
              <a:t>Segundo nivel del esquema</a:t>
            </a:r>
            <a:endParaRPr lang="es-CL" sz="3200" b="0" u="none" strike="noStrike">
              <a:solidFill>
                <a:schemeClr val="dk1"/>
              </a:solidFill>
              <a:effectLst/>
              <a:uFillTx/>
              <a:latin typeface="Calibri"/>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es-CL" sz="3200" b="0" u="none" strike="noStrike">
                <a:solidFill>
                  <a:schemeClr val="dk1"/>
                </a:solidFill>
                <a:effectLst/>
                <a:uFillTx/>
                <a:latin typeface="Calibri"/>
              </a:rPr>
              <a:t>Tercer nivel del esquema</a:t>
            </a:r>
            <a:endParaRPr lang="es-CL" sz="3200" b="0" u="none" strike="noStrike">
              <a:solidFill>
                <a:schemeClr val="dk1"/>
              </a:solidFill>
              <a:effectLst/>
              <a:uFillTx/>
              <a:latin typeface="Calibri"/>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es-CL" sz="3200" b="0" u="none" strike="noStrike">
                <a:solidFill>
                  <a:schemeClr val="dk1"/>
                </a:solidFill>
                <a:effectLst/>
                <a:uFillTx/>
                <a:latin typeface="Calibri"/>
              </a:rPr>
              <a:t>Cuarto nivel del esquema</a:t>
            </a:r>
            <a:endParaRPr lang="es-CL" sz="3200" b="0" u="none" strike="noStrike">
              <a:solidFill>
                <a:schemeClr val="dk1"/>
              </a:solidFill>
              <a:effectLst/>
              <a:uFillTx/>
              <a:latin typeface="Calibri"/>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es-CL" sz="3200" b="0" u="none" strike="noStrike">
                <a:solidFill>
                  <a:schemeClr val="dk1"/>
                </a:solidFill>
                <a:effectLst/>
                <a:uFillTx/>
                <a:latin typeface="Calibri"/>
              </a:rPr>
              <a:t>Quinto nivel del esquema</a:t>
            </a:r>
            <a:endParaRPr lang="es-CL" sz="3200" b="0" u="none" strike="noStrike">
              <a:solidFill>
                <a:schemeClr val="dk1"/>
              </a:solidFill>
              <a:effectLst/>
              <a:uFillTx/>
              <a:latin typeface="Calibri"/>
            </a:endParaRPr>
          </a:p>
          <a:p>
            <a:pPr marL="2286000" lvl="5" indent="-216000" algn="l" defTabSz="914400">
              <a:lnSpc>
                <a:spcPct val="90000"/>
              </a:lnSpc>
              <a:spcBef>
                <a:spcPts val="283"/>
              </a:spcBef>
              <a:buClr>
                <a:srgbClr val="000000"/>
              </a:buClr>
              <a:buSzPct val="45000"/>
              <a:buFont typeface="Wingdings" charset="2"/>
              <a:buChar char=""/>
              <a:tabLst>
                <a:tab pos="0" algn="l"/>
              </a:tabLst>
            </a:pPr>
            <a:r>
              <a:rPr lang="es-CL" sz="3200" b="0" u="none" strike="noStrike">
                <a:solidFill>
                  <a:schemeClr val="dk1"/>
                </a:solidFill>
                <a:effectLst/>
                <a:uFillTx/>
                <a:latin typeface="Calibri"/>
              </a:rPr>
              <a:t>Sexto nivel del esquema</a:t>
            </a:r>
            <a:endParaRPr lang="es-CL" sz="3200" b="0" u="none" strike="noStrike">
              <a:solidFill>
                <a:schemeClr val="dk1"/>
              </a:solidFill>
              <a:effectLst/>
              <a:uFillTx/>
              <a:latin typeface="Calibri"/>
            </a:endParaRPr>
          </a:p>
          <a:p>
            <a:pPr marL="2743200" lvl="6" indent="-216000" algn="l" defTabSz="914400">
              <a:lnSpc>
                <a:spcPct val="90000"/>
              </a:lnSpc>
              <a:spcBef>
                <a:spcPts val="283"/>
              </a:spcBef>
              <a:buClr>
                <a:srgbClr val="000000"/>
              </a:buClr>
              <a:buSzPct val="45000"/>
              <a:buFont typeface="Wingdings" charset="2"/>
              <a:buChar char=""/>
              <a:tabLst>
                <a:tab pos="0" algn="l"/>
              </a:tabLst>
            </a:pPr>
            <a:r>
              <a:rPr lang="es-CL" sz="3200" b="0" u="none" strike="noStrike">
                <a:solidFill>
                  <a:schemeClr val="dk1"/>
                </a:solidFill>
                <a:effectLst/>
                <a:uFillTx/>
                <a:latin typeface="Calibri"/>
              </a:rPr>
              <a:t>Séptimo nivel del esquema</a:t>
            </a:r>
            <a:endParaRPr lang="es-CL" sz="3200" b="0" u="none" strike="noStrike">
              <a:solidFill>
                <a:schemeClr val="dk1"/>
              </a:solidFill>
              <a:effectLst/>
              <a:uFillTx/>
              <a:latin typeface="Calibri"/>
            </a:endParaRPr>
          </a:p>
        </p:txBody>
      </p:sp>
      <p:sp>
        <p:nvSpPr>
          <p:cNvPr id="19"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ES" sz="1600" b="0" u="none" strike="noStrike">
              <a:solidFill>
                <a:schemeClr val="dk1"/>
              </a:solidFill>
              <a:effectLst/>
              <a:uFillTx/>
              <a:latin typeface="Calibri"/>
            </a:endParaRPr>
          </a:p>
        </p:txBody>
      </p:sp>
      <p:sp>
        <p:nvSpPr>
          <p:cNvPr id="20" name="PlaceHolder 4"/>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1D014BF-9E48-4F7D-BE7F-EA76C50F8424}"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s-ES" sz="6000" b="0" u="none" strike="noStrike">
                <a:solidFill>
                  <a:schemeClr val="dk1"/>
                </a:solidFill>
                <a:effectLst/>
                <a:uFillTx/>
                <a:latin typeface="Calibri Light"/>
              </a:defRPr>
            </a:lvl1pPr>
          </a:lstStyle>
          <a:p>
            <a:pPr indent="0" algn="ctr" defTabSz="914400">
              <a:lnSpc>
                <a:spcPct val="90000"/>
              </a:lnSpc>
              <a:buNone/>
              <a:tabLst>
                <a:tab pos="0" algn="l"/>
              </a:tabLst>
            </a:pPr>
            <a:r>
              <a:rPr lang="es-ES" sz="6000" b="0" u="none" strike="noStrike">
                <a:solidFill>
                  <a:schemeClr val="dk1"/>
                </a:solidFill>
                <a:effectLst/>
                <a:uFillTx/>
                <a:latin typeface="Calibri Light"/>
              </a:rPr>
              <a:t>Haga clic para modificar el estilo de título del patrón</a:t>
            </a:r>
            <a:endParaRPr lang="es-ES" sz="6000" b="0" u="none" strike="noStrike">
              <a:solidFill>
                <a:schemeClr val="dk1"/>
              </a:solidFill>
              <a:effectLst/>
              <a:uFillTx/>
              <a:latin typeface="Calibri Light"/>
            </a:endParaRPr>
          </a:p>
        </p:txBody>
      </p:sp>
      <p:sp>
        <p:nvSpPr>
          <p:cNvPr id="24" name="PlaceHolder 2"/>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5" name="PlaceHolder 3"/>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6" name="PlaceHolder 4"/>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C3BEFED-C522-48F5-A714-8AA03DEE683C}"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Light"/>
            </a:endParaRPr>
          </a:p>
        </p:txBody>
      </p:sp>
      <p:sp>
        <p:nvSpPr>
          <p:cNvPr id="28"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29" name="PlaceHolder 3"/>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31D41E4-A95D-492E-909B-13AC2418597D}"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724960" y="365040"/>
            <a:ext cx="2628360" cy="58111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Light"/>
            </a:endParaRPr>
          </a:p>
        </p:txBody>
      </p:sp>
      <p:sp>
        <p:nvSpPr>
          <p:cNvPr id="33" name="PlaceHolder 2"/>
          <p:cNvSpPr>
            <a:spLocks noGrp="1"/>
          </p:cNvSpPr>
          <p:nvPr>
            <p:ph type="body"/>
          </p:nvPr>
        </p:nvSpPr>
        <p:spPr>
          <a:xfrm>
            <a:off x="838080" y="365040"/>
            <a:ext cx="7733520" cy="58111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34" name="PlaceHolder 3"/>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5" name="PlaceHolder 4"/>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6" name="PlaceHolder 5"/>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009828B-1099-4B4F-B114-DB2E3A9BDA85}"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ítulo y objetos">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609480" y="274680"/>
            <a:ext cx="7117920" cy="11422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_tradnl" sz="4400" b="0" u="none" strike="noStrike">
                <a:solidFill>
                  <a:schemeClr val="dk1"/>
                </a:solidFill>
                <a:effectLst/>
                <a:uFillTx/>
                <a:latin typeface="Calibri Light"/>
              </a:defRPr>
            </a:lvl1pPr>
          </a:lstStyle>
          <a:p>
            <a:pPr indent="0" algn="l" defTabSz="914400">
              <a:lnSpc>
                <a:spcPct val="90000"/>
              </a:lnSpc>
              <a:buNone/>
              <a:tabLst>
                <a:tab pos="0" algn="l"/>
              </a:tabLst>
            </a:pPr>
            <a:r>
              <a:rPr lang="es-ES_tradnl" sz="4400" b="0" u="none" strike="noStrike">
                <a:solidFill>
                  <a:schemeClr val="dk1"/>
                </a:solidFill>
                <a:effectLst/>
                <a:uFillTx/>
                <a:latin typeface="Calibri Light"/>
              </a:rPr>
              <a:t>Clic para editar título</a:t>
            </a:r>
            <a:endParaRPr lang="es-ES_tradnl" sz="4400" b="0" u="none" strike="noStrike">
              <a:solidFill>
                <a:schemeClr val="dk1"/>
              </a:solidFill>
              <a:effectLst/>
              <a:uFillTx/>
              <a:latin typeface="Calibri Light"/>
            </a:endParaRPr>
          </a:p>
        </p:txBody>
      </p:sp>
      <p:sp>
        <p:nvSpPr>
          <p:cNvPr id="38" name="PlaceHolder 2"/>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s-ES" sz="1200" b="0" u="none" strike="noStrike">
                <a:solidFill>
                  <a:srgbClr val="8B8B8B"/>
                </a:solidFill>
                <a:effectLst/>
                <a:uFillTx/>
                <a:latin typeface="Calibri"/>
              </a:defRPr>
            </a:lvl1pPr>
          </a:lstStyle>
          <a:p>
            <a:pPr indent="0" algn="l" defTabSz="457200">
              <a:lnSpc>
                <a:spcPct val="100000"/>
              </a:lnSpc>
              <a:buNone/>
              <a:tabLst>
                <a:tab pos="0" algn="l"/>
              </a:tabLst>
            </a:pPr>
            <a:r>
              <a:rPr lang="es-ES" sz="1200" b="0" u="none" strike="noStrike">
                <a:solidFill>
                  <a:srgbClr val="8B8B8B"/>
                </a:solidFill>
                <a:effectLst/>
                <a:uFillTx/>
                <a:latin typeface="Calibri"/>
              </a:rPr>
              <a:t>&lt;fecha/hora&gt;</a:t>
            </a:r>
            <a:endParaRPr lang="es-ES" sz="1200" b="0" u="none" strike="noStrike">
              <a:solidFill>
                <a:srgbClr val="000000"/>
              </a:solidFill>
              <a:effectLst/>
              <a:uFillTx/>
              <a:latin typeface="Times New Roman"/>
            </a:endParaRPr>
          </a:p>
        </p:txBody>
      </p:sp>
      <p:sp>
        <p:nvSpPr>
          <p:cNvPr id="39" name="PlaceHolder 3"/>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0" name="PlaceHolder 4"/>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s-ES" sz="1200" b="0" u="none" strike="noStrike">
                <a:solidFill>
                  <a:srgbClr val="8B8B8B"/>
                </a:solidFill>
                <a:effectLst/>
                <a:uFillTx/>
                <a:latin typeface="Calibri"/>
              </a:defRPr>
            </a:lvl1pPr>
          </a:lstStyle>
          <a:p>
            <a:pPr indent="0" algn="r" defTabSz="457200">
              <a:lnSpc>
                <a:spcPct val="100000"/>
              </a:lnSpc>
              <a:buNone/>
              <a:tabLst>
                <a:tab pos="0" algn="l"/>
              </a:tabLst>
            </a:pPr>
            <a:fld id="{23FE7BF9-4E46-4210-9E68-73A7BA17F5CB}" type="slidenum">
              <a:rPr lang="es-ES" sz="1200" b="0" u="none" strike="noStrike">
                <a:solidFill>
                  <a:srgbClr val="8B8B8B"/>
                </a:solidFill>
                <a:effectLst/>
                <a:uFillTx/>
                <a:latin typeface="Calibri"/>
              </a:rPr>
              <a:t>&lt;número&gt;</a:t>
            </a:fld>
            <a:endParaRPr lang="es-ES" sz="1200" b="0" u="none" strike="noStrike">
              <a:solidFill>
                <a:srgbClr val="000000"/>
              </a:solidFill>
              <a:effectLst/>
              <a:uFillTx/>
              <a:latin typeface="Times New Roman"/>
            </a:endParaRPr>
          </a:p>
        </p:txBody>
      </p:sp>
      <p:sp>
        <p:nvSpPr>
          <p:cNvPr id="41" name="PlaceHolder 5"/>
          <p:cNvSpPr>
            <a:spLocks noGrp="1"/>
          </p:cNvSpPr>
          <p:nvPr>
            <p:ph type="body"/>
          </p:nvPr>
        </p:nvSpPr>
        <p:spPr>
          <a:xfrm>
            <a:off x="609480" y="1600200"/>
            <a:ext cx="10972080" cy="4525200"/>
          </a:xfrm>
          <a:prstGeom prst="rect">
            <a:avLst/>
          </a:prstGeom>
          <a:noFill/>
          <a:ln w="0">
            <a:noFill/>
          </a:ln>
        </p:spPr>
        <p:txBody>
          <a:bodyPr lIns="91440" tIns="45720" rIns="91440" bIns="45720" anchor="t">
            <a:normAutofit/>
          </a:bodyPr>
          <a:lstStyle>
            <a:lvl1pPr algn="l" defTabSz="914400">
              <a:lnSpc>
                <a:spcPct val="90000"/>
              </a:lnSpc>
              <a:spcBef>
                <a:spcPts val="1001"/>
              </a:spcBef>
              <a:buClr>
                <a:srgbClr val="C00000"/>
              </a:buClr>
              <a:buFont typeface="Arial"/>
              <a:buChar char="•"/>
              <a:defRPr lang="es-ES_tradnl" sz="2800" b="0" u="none" strike="noStrike">
                <a:solidFill>
                  <a:schemeClr val="dk1"/>
                </a:solidFill>
                <a:effectLst/>
                <a:uFillTx/>
                <a:latin typeface="Calibri"/>
              </a:defRPr>
            </a:lvl1pPr>
            <a:lvl2pPr lvl="1" algn="l" defTabSz="914400">
              <a:lnSpc>
                <a:spcPct val="90000"/>
              </a:lnSpc>
              <a:spcBef>
                <a:spcPts val="499"/>
              </a:spcBef>
              <a:buClr>
                <a:srgbClr val="C00000"/>
              </a:buClr>
              <a:buFont typeface="Arial"/>
              <a:buChar char="•"/>
              <a:defRPr lang="es-ES_tradnl" sz="2400" b="0" u="none" strike="noStrike">
                <a:solidFill>
                  <a:schemeClr val="dk1"/>
                </a:solidFill>
                <a:effectLst/>
                <a:uFillTx/>
                <a:latin typeface="Calibri"/>
              </a:defRPr>
            </a:lvl2pPr>
            <a:lvl3pPr lvl="2" algn="l" defTabSz="914400">
              <a:lnSpc>
                <a:spcPct val="90000"/>
              </a:lnSpc>
              <a:spcBef>
                <a:spcPts val="499"/>
              </a:spcBef>
              <a:buClr>
                <a:srgbClr val="C00000"/>
              </a:buClr>
              <a:buFont typeface="Arial"/>
              <a:buChar char="•"/>
              <a:defRPr lang="es-ES_tradnl" sz="2000" b="0" u="none" strike="noStrike">
                <a:solidFill>
                  <a:schemeClr val="dk1"/>
                </a:solidFill>
                <a:effectLst/>
                <a:uFillTx/>
                <a:latin typeface="Calibri"/>
              </a:defRPr>
            </a:lvl3pPr>
            <a:lvl4pPr lvl="3" algn="l" defTabSz="914400">
              <a:lnSpc>
                <a:spcPct val="90000"/>
              </a:lnSpc>
              <a:spcBef>
                <a:spcPts val="499"/>
              </a:spcBef>
              <a:buClr>
                <a:srgbClr val="C00000"/>
              </a:buClr>
              <a:buFont typeface="Arial"/>
              <a:buChar char="•"/>
              <a:defRPr lang="es-ES_tradnl" sz="1800" b="0" u="none" strike="noStrike">
                <a:solidFill>
                  <a:schemeClr val="dk1"/>
                </a:solidFill>
                <a:effectLst/>
                <a:uFillTx/>
                <a:latin typeface="Calibri"/>
              </a:defRPr>
            </a:lvl4pPr>
            <a:lvl5pPr lvl="4" algn="l" defTabSz="914400">
              <a:lnSpc>
                <a:spcPct val="90000"/>
              </a:lnSpc>
              <a:spcBef>
                <a:spcPts val="499"/>
              </a:spcBef>
              <a:buClr>
                <a:srgbClr val="C00000"/>
              </a:buClr>
              <a:buFont typeface="Arial"/>
              <a:buChar char="•"/>
              <a:defRPr lang="es-ES_tradnl" sz="1800" b="0" u="none" strike="noStrike">
                <a:solidFill>
                  <a:schemeClr val="dk1"/>
                </a:solidFill>
                <a:effectLst/>
                <a:uFillTx/>
                <a:latin typeface="Calibri"/>
              </a:defRPr>
            </a:lvl5pPr>
          </a:lstStyle>
          <a:p>
            <a:pPr marL="228600" indent="-228600" algn="l" defTabSz="914400">
              <a:lnSpc>
                <a:spcPct val="90000"/>
              </a:lnSpc>
              <a:spcBef>
                <a:spcPts val="1001"/>
              </a:spcBef>
              <a:buClr>
                <a:srgbClr val="C00000"/>
              </a:buClr>
              <a:buFont typeface="Arial"/>
              <a:buChar char="•"/>
            </a:pPr>
            <a:r>
              <a:rPr lang="es-ES_tradnl" sz="2800" b="0" u="none" strike="noStrike">
                <a:solidFill>
                  <a:schemeClr val="dk1"/>
                </a:solidFill>
                <a:effectLst/>
                <a:uFillTx/>
                <a:latin typeface="Calibri"/>
              </a:rPr>
              <a:t>Haga clic para modificar el estilo de texto del patrón</a:t>
            </a:r>
            <a:endParaRPr lang="es-ES_tradnl" sz="2800" b="0" u="none" strike="noStrike">
              <a:solidFill>
                <a:schemeClr val="dk1"/>
              </a:solidFill>
              <a:effectLst/>
              <a:uFillTx/>
              <a:latin typeface="Calibri"/>
            </a:endParaRPr>
          </a:p>
          <a:p>
            <a:pPr marL="685800" lvl="1" indent="-228600" algn="l" defTabSz="914400">
              <a:lnSpc>
                <a:spcPct val="90000"/>
              </a:lnSpc>
              <a:spcBef>
                <a:spcPts val="499"/>
              </a:spcBef>
              <a:buClr>
                <a:srgbClr val="C00000"/>
              </a:buClr>
              <a:buFont typeface="Arial"/>
              <a:buChar char="•"/>
            </a:pPr>
            <a:r>
              <a:rPr lang="es-ES_tradnl" sz="2400" b="0" u="none" strike="noStrike">
                <a:solidFill>
                  <a:schemeClr val="dk1"/>
                </a:solidFill>
                <a:effectLst/>
                <a:uFillTx/>
                <a:latin typeface="Calibri"/>
              </a:rPr>
              <a:t>Segundo nivel</a:t>
            </a:r>
            <a:endParaRPr lang="es-ES_tradnl" sz="2400" b="0" u="none" strike="noStrike">
              <a:solidFill>
                <a:schemeClr val="dk1"/>
              </a:solidFill>
              <a:effectLst/>
              <a:uFillTx/>
              <a:latin typeface="Calibri"/>
            </a:endParaRPr>
          </a:p>
          <a:p>
            <a:pPr marL="1143000" lvl="2" indent="-228600" algn="l" defTabSz="914400">
              <a:lnSpc>
                <a:spcPct val="90000"/>
              </a:lnSpc>
              <a:spcBef>
                <a:spcPts val="499"/>
              </a:spcBef>
              <a:buClr>
                <a:srgbClr val="C00000"/>
              </a:buClr>
              <a:buFont typeface="Arial"/>
              <a:buChar char="•"/>
            </a:pPr>
            <a:r>
              <a:rPr lang="es-ES_tradnl" sz="2000" b="0" u="none" strike="noStrike">
                <a:solidFill>
                  <a:schemeClr val="dk1"/>
                </a:solidFill>
                <a:effectLst/>
                <a:uFillTx/>
                <a:latin typeface="Calibri"/>
              </a:rPr>
              <a:t>Tercer nivel</a:t>
            </a:r>
            <a:endParaRPr lang="es-ES_tradnl" sz="2000" b="0" u="none" strike="noStrike">
              <a:solidFill>
                <a:schemeClr val="dk1"/>
              </a:solidFill>
              <a:effectLst/>
              <a:uFillTx/>
              <a:latin typeface="Calibri"/>
            </a:endParaRPr>
          </a:p>
          <a:p>
            <a:pPr marL="1600200" lvl="3" indent="-228600" algn="l" defTabSz="914400">
              <a:lnSpc>
                <a:spcPct val="90000"/>
              </a:lnSpc>
              <a:spcBef>
                <a:spcPts val="499"/>
              </a:spcBef>
              <a:buClr>
                <a:srgbClr val="C00000"/>
              </a:buClr>
              <a:buFont typeface="Arial"/>
              <a:buChar char="•"/>
            </a:pPr>
            <a:r>
              <a:rPr lang="es-ES_tradnl" sz="1800" b="0" u="none" strike="noStrike">
                <a:solidFill>
                  <a:schemeClr val="dk1"/>
                </a:solidFill>
                <a:effectLst/>
                <a:uFillTx/>
                <a:latin typeface="Calibri"/>
              </a:rPr>
              <a:t>Cuarto nivel</a:t>
            </a:r>
            <a:endParaRPr lang="es-ES_tradnl" sz="1800" b="0" u="none" strike="noStrike">
              <a:solidFill>
                <a:schemeClr val="dk1"/>
              </a:solidFill>
              <a:effectLst/>
              <a:uFillTx/>
              <a:latin typeface="Calibri"/>
            </a:endParaRPr>
          </a:p>
          <a:p>
            <a:pPr marL="2057400" lvl="4" indent="-228600" algn="l" defTabSz="914400">
              <a:lnSpc>
                <a:spcPct val="90000"/>
              </a:lnSpc>
              <a:spcBef>
                <a:spcPts val="499"/>
              </a:spcBef>
              <a:buClr>
                <a:srgbClr val="C00000"/>
              </a:buClr>
              <a:buFont typeface="Arial"/>
              <a:buChar char="•"/>
            </a:pPr>
            <a:r>
              <a:rPr lang="es-ES_tradnl" sz="1800" b="0" u="none" strike="noStrike">
                <a:solidFill>
                  <a:schemeClr val="dk1"/>
                </a:solidFill>
                <a:effectLst/>
                <a:uFillTx/>
                <a:latin typeface="Calibri"/>
              </a:rPr>
              <a:t>Quinto nivel</a:t>
            </a:r>
            <a:endParaRPr lang="es-ES_tradnl" sz="1800" b="0" u="none" strike="noStrik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Light"/>
            </a:endParaRPr>
          </a:p>
        </p:txBody>
      </p:sp>
      <p:sp>
        <p:nvSpPr>
          <p:cNvPr id="43"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44" name="PlaceHolder 3"/>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5" name="PlaceHolder 4"/>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6" name="PlaceHolder 5"/>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A080818-3395-4A59-BF3D-CBF7691F96B3}"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s-ES" sz="6000" b="0" u="none" strike="noStrike">
                <a:solidFill>
                  <a:schemeClr val="dk1"/>
                </a:solidFill>
                <a:effectLst/>
                <a:uFillTx/>
                <a:latin typeface="Calibri Light"/>
              </a:defRPr>
            </a:lvl1pPr>
          </a:lstStyle>
          <a:p>
            <a:pPr indent="0" algn="l" defTabSz="914400">
              <a:lnSpc>
                <a:spcPct val="90000"/>
              </a:lnSpc>
              <a:buNone/>
              <a:tabLst>
                <a:tab pos="0" algn="l"/>
              </a:tabLst>
            </a:pPr>
            <a:r>
              <a:rPr lang="es-ES" sz="6000" b="0" u="none" strike="noStrike">
                <a:solidFill>
                  <a:schemeClr val="dk1"/>
                </a:solidFill>
                <a:effectLst/>
                <a:uFillTx/>
                <a:latin typeface="Calibri Light"/>
              </a:rPr>
              <a:t>Haga clic para modificar el estilo de título del patrón</a:t>
            </a:r>
            <a:endParaRPr lang="es-ES" sz="6000" b="0" u="none" strike="noStrike">
              <a:solidFill>
                <a:schemeClr val="dk1"/>
              </a:solidFill>
              <a:effectLst/>
              <a:uFillTx/>
              <a:latin typeface="Calibri Light"/>
            </a:endParaRPr>
          </a:p>
        </p:txBody>
      </p:sp>
      <p:sp>
        <p:nvSpPr>
          <p:cNvPr id="48"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s-ES" sz="2400" b="0" u="none" strike="noStrike">
                <a:solidFill>
                  <a:schemeClr val="dk1">
                    <a:tint val="75000"/>
                  </a:schemeClr>
                </a:solidFill>
                <a:effectLst/>
                <a:uFillTx/>
                <a:latin typeface="Calibri"/>
              </a:rPr>
              <a:t>Haga clic para modificar los estilos de texto del patrón</a:t>
            </a:r>
            <a:endParaRPr lang="es-ES" sz="2400" b="0" u="none" strike="noStrike">
              <a:solidFill>
                <a:schemeClr val="dk1">
                  <a:tint val="75000"/>
                </a:schemeClr>
              </a:solidFill>
              <a:effectLst/>
              <a:uFillTx/>
              <a:latin typeface="Calibri"/>
            </a:endParaRPr>
          </a:p>
        </p:txBody>
      </p:sp>
      <p:sp>
        <p:nvSpPr>
          <p:cNvPr id="49" name="PlaceHolder 3"/>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0" name="PlaceHolder 4"/>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1" name="PlaceHolder 5"/>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1ACD6F6-9A65-4402-87AF-172A8EA58B23}"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Light"/>
            </a:endParaRPr>
          </a:p>
        </p:txBody>
      </p:sp>
      <p:sp>
        <p:nvSpPr>
          <p:cNvPr id="53"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54"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55" name="PlaceHolder 4"/>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6" name="PlaceHolder 5"/>
          <p:cNvSpPr>
            <a:spLocks noGrp="1"/>
          </p:cNvSpPr>
          <p:nvPr>
            <p:ph type="ftr" idx="3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7" name="PlaceHolder 6"/>
          <p:cNvSpPr>
            <a:spLocks noGrp="1"/>
          </p:cNvSpPr>
          <p:nvPr>
            <p:ph type="sldNum" idx="3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226C644-2DBD-4D3A-9B08-AD62A8832857}"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s-ES" sz="4400" b="0" u="none" strike="noStrike">
                <a:solidFill>
                  <a:schemeClr val="dk1"/>
                </a:solidFill>
                <a:effectLst/>
                <a:uFillTx/>
                <a:latin typeface="Calibri Light"/>
              </a:defRPr>
            </a:lvl1pPr>
          </a:lstStyle>
          <a:p>
            <a:pPr indent="0" algn="l" defTabSz="914400">
              <a:lnSpc>
                <a:spcPct val="90000"/>
              </a:lnSpc>
              <a:buNone/>
              <a:tabLst>
                <a:tab pos="0" algn="l"/>
              </a:tabLst>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Light"/>
            </a:endParaRPr>
          </a:p>
        </p:txBody>
      </p:sp>
      <p:sp>
        <p:nvSpPr>
          <p:cNvPr id="59"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ES" sz="2400" b="0" u="none" strike="noStrike">
              <a:solidFill>
                <a:schemeClr val="dk1"/>
              </a:solidFill>
              <a:effectLst/>
              <a:uFillTx/>
              <a:latin typeface="Calibri"/>
            </a:endParaRPr>
          </a:p>
        </p:txBody>
      </p:sp>
      <p:sp>
        <p:nvSpPr>
          <p:cNvPr id="60"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61"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ES" sz="2400" b="0" u="none" strike="noStrike">
              <a:solidFill>
                <a:schemeClr val="dk1"/>
              </a:solidFill>
              <a:effectLst/>
              <a:uFillTx/>
              <a:latin typeface="Calibri"/>
            </a:endParaRPr>
          </a:p>
        </p:txBody>
      </p:sp>
      <p:sp>
        <p:nvSpPr>
          <p:cNvPr id="62"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endParaRPr lang="es-E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endParaRPr lang="es-E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endParaRPr lang="es-E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endParaRPr lang="es-E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endParaRPr lang="es-ES" sz="1800" b="0" u="none" strike="noStrike">
              <a:solidFill>
                <a:schemeClr val="dk1"/>
              </a:solidFill>
              <a:effectLst/>
              <a:uFillTx/>
              <a:latin typeface="Calibri"/>
            </a:endParaRPr>
          </a:p>
        </p:txBody>
      </p:sp>
      <p:sp>
        <p:nvSpPr>
          <p:cNvPr id="63" name="PlaceHolder 6"/>
          <p:cNvSpPr>
            <a:spLocks noGrp="1"/>
          </p:cNvSpPr>
          <p:nvPr>
            <p:ph type="dt" idx="3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s-CL"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64" name="PlaceHolder 7"/>
          <p:cNvSpPr>
            <a:spLocks noGrp="1"/>
          </p:cNvSpPr>
          <p:nvPr>
            <p:ph type="ftr" idx="3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5" name="PlaceHolder 8"/>
          <p:cNvSpPr>
            <a:spLocks noGrp="1"/>
          </p:cNvSpPr>
          <p:nvPr>
            <p:ph type="sldNum" idx="3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L"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6692685-E981-466A-A0D1-98186F87B961}" type="slidenum">
              <a:rPr lang="es-CL"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slideLayout" Target="../slideLayouts/slideLayout2.xml"/><Relationship Id="rId9"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8.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8.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2.png"/><Relationship Id="rId4" Type="http://schemas.openxmlformats.org/officeDocument/2006/relationships/slideLayout" Target="../slideLayouts/slideLayout8.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Imagen 12"/>
          <p:cNvPicPr/>
          <p:nvPr/>
        </p:nvPicPr>
        <p:blipFill>
          <a:blip r:embed="rId1"/>
          <a:stretch/>
        </p:blipFill>
        <p:spPr>
          <a:xfrm>
            <a:off x="1316160" y="2826360"/>
            <a:ext cx="10875240" cy="2226960"/>
          </a:xfrm>
          <a:prstGeom prst="rect">
            <a:avLst/>
          </a:prstGeom>
          <a:noFill/>
          <a:ln w="0">
            <a:noFill/>
          </a:ln>
        </p:spPr>
      </p:pic>
      <p:sp>
        <p:nvSpPr>
          <p:cNvPr id="73" name="Rectangle 18"/>
          <p:cNvSpPr/>
          <p:nvPr/>
        </p:nvSpPr>
        <p:spPr>
          <a:xfrm flipV="1">
            <a:off x="0" y="-17640"/>
            <a:ext cx="12191400" cy="354672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CL" sz="1800" b="0" u="none" strike="noStrike">
              <a:solidFill>
                <a:schemeClr val="lt1"/>
              </a:solidFill>
              <a:effectLst/>
              <a:uFillTx/>
              <a:latin typeface="Calibri"/>
            </a:endParaRPr>
          </a:p>
        </p:txBody>
      </p:sp>
      <p:pic>
        <p:nvPicPr>
          <p:cNvPr id="74" name="Imagen 11"/>
          <p:cNvPicPr/>
          <p:nvPr/>
        </p:nvPicPr>
        <p:blipFill>
          <a:blip r:embed="rId2"/>
          <a:stretch/>
        </p:blipFill>
        <p:spPr>
          <a:xfrm>
            <a:off x="558000" y="5803200"/>
            <a:ext cx="2744640" cy="940320"/>
          </a:xfrm>
          <a:prstGeom prst="rect">
            <a:avLst/>
          </a:prstGeom>
          <a:noFill/>
          <a:ln w="0">
            <a:noFill/>
          </a:ln>
        </p:spPr>
      </p:pic>
      <p:pic>
        <p:nvPicPr>
          <p:cNvPr id="75" name="Imagen 4"/>
          <p:cNvPicPr/>
          <p:nvPr/>
        </p:nvPicPr>
        <p:blipFill>
          <a:blip r:embed="rId3">
            <a:alphaModFix amt="6000"/>
          </a:blip>
          <a:stretch/>
        </p:blipFill>
        <p:spPr>
          <a:xfrm>
            <a:off x="0" y="373320"/>
            <a:ext cx="12191400" cy="3312000"/>
          </a:xfrm>
          <a:prstGeom prst="rect">
            <a:avLst/>
          </a:prstGeom>
          <a:noFill/>
          <a:ln w="0">
            <a:noFill/>
          </a:ln>
        </p:spPr>
      </p:pic>
      <p:pic>
        <p:nvPicPr>
          <p:cNvPr id="76" name="Imagen 8"/>
          <p:cNvPicPr/>
          <p:nvPr/>
        </p:nvPicPr>
        <p:blipFill>
          <a:blip r:embed="rId4"/>
          <a:stretch/>
        </p:blipFill>
        <p:spPr>
          <a:xfrm>
            <a:off x="0" y="3530520"/>
            <a:ext cx="3393360" cy="3326760"/>
          </a:xfrm>
          <a:prstGeom prst="rect">
            <a:avLst/>
          </a:prstGeom>
          <a:noFill/>
          <a:ln w="0">
            <a:noFill/>
          </a:ln>
        </p:spPr>
      </p:pic>
      <p:pic>
        <p:nvPicPr>
          <p:cNvPr id="77" name="Imagen 10"/>
          <p:cNvPicPr/>
          <p:nvPr/>
        </p:nvPicPr>
        <p:blipFill>
          <a:blip r:embed="rId5"/>
          <a:stretch/>
        </p:blipFill>
        <p:spPr>
          <a:xfrm>
            <a:off x="928080" y="1073160"/>
            <a:ext cx="2671200" cy="933120"/>
          </a:xfrm>
          <a:prstGeom prst="rect">
            <a:avLst/>
          </a:prstGeom>
          <a:noFill/>
          <a:ln w="0">
            <a:noFill/>
          </a:ln>
        </p:spPr>
      </p:pic>
      <p:pic>
        <p:nvPicPr>
          <p:cNvPr id="78" name="Imagen 7"/>
          <p:cNvPicPr/>
          <p:nvPr/>
        </p:nvPicPr>
        <p:blipFill>
          <a:blip r:embed="rId6"/>
          <a:stretch/>
        </p:blipFill>
        <p:spPr>
          <a:xfrm>
            <a:off x="6095880" y="1050480"/>
            <a:ext cx="5302800" cy="281160"/>
          </a:xfrm>
          <a:prstGeom prst="rect">
            <a:avLst/>
          </a:prstGeom>
          <a:noFill/>
          <a:ln w="0">
            <a:noFill/>
          </a:ln>
        </p:spPr>
      </p:pic>
      <p:pic>
        <p:nvPicPr>
          <p:cNvPr id="79" name="Imagen 2" descr="Imagen que contiene alimentos&#10;&#10;Descripción generada automáticamente"/>
          <p:cNvPicPr/>
          <p:nvPr/>
        </p:nvPicPr>
        <p:blipFill>
          <a:blip r:embed="rId7"/>
          <a:stretch/>
        </p:blipFill>
        <p:spPr>
          <a:xfrm>
            <a:off x="8798040" y="5356800"/>
            <a:ext cx="2971080" cy="1078920"/>
          </a:xfrm>
          <a:prstGeom prst="rect">
            <a:avLst/>
          </a:prstGeom>
          <a:noFill/>
          <a:ln w="0">
            <a:noFill/>
          </a:ln>
        </p:spPr>
      </p:pic>
      <p:sp>
        <p:nvSpPr>
          <p:cNvPr id="80" name="CuadroTexto 3"/>
          <p:cNvSpPr/>
          <p:nvPr/>
        </p:nvSpPr>
        <p:spPr>
          <a:xfrm>
            <a:off x="8616240" y="6468480"/>
            <a:ext cx="3498120" cy="3686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s-CL" sz="1800" b="0" u="none" strike="noStrike">
                <a:solidFill>
                  <a:srgbClr val="004C8B"/>
                </a:solidFill>
                <a:effectLst/>
                <a:uFillTx/>
                <a:latin typeface="Calibri"/>
              </a:rPr>
              <a:t>INGENIERÍA CIVIL EN INFORMÁTICA</a:t>
            </a: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 Box 8"/>
          <p:cNvSpPr/>
          <p:nvPr/>
        </p:nvSpPr>
        <p:spPr>
          <a:xfrm>
            <a:off x="3303360" y="5887440"/>
            <a:ext cx="6857280" cy="4608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400" b="1" u="none" strike="noStrike">
                <a:solidFill>
                  <a:schemeClr val="lt1"/>
                </a:solidFill>
                <a:effectLst/>
                <a:uFillTx/>
                <a:latin typeface="Arial"/>
              </a:rPr>
              <a:t>ARICA - CHILE</a:t>
            </a:r>
            <a:endParaRPr lang="es-ES" sz="2400" b="0" u="none" strike="noStrike">
              <a:solidFill>
                <a:srgbClr val="000000"/>
              </a:solidFill>
              <a:effectLst/>
              <a:uFillTx/>
              <a:latin typeface="Arial"/>
            </a:endParaRPr>
          </a:p>
        </p:txBody>
      </p:sp>
      <p:pic>
        <p:nvPicPr>
          <p:cNvPr id="82" name="Imagen 3"/>
          <p:cNvPicPr/>
          <p:nvPr/>
        </p:nvPicPr>
        <p:blipFill>
          <a:blip r:embed="rId1"/>
          <a:stretch/>
        </p:blipFill>
        <p:spPr>
          <a:xfrm>
            <a:off x="0" y="-32040"/>
            <a:ext cx="12191400" cy="6889320"/>
          </a:xfrm>
          <a:prstGeom prst="rect">
            <a:avLst/>
          </a:prstGeom>
          <a:noFill/>
          <a:ln w="0">
            <a:noFill/>
          </a:ln>
        </p:spPr>
      </p:pic>
      <p:pic>
        <p:nvPicPr>
          <p:cNvPr id="83" name="Imagen 16"/>
          <p:cNvPicPr/>
          <p:nvPr/>
        </p:nvPicPr>
        <p:blipFill>
          <a:blip r:embed="rId2"/>
          <a:stretch/>
        </p:blipFill>
        <p:spPr>
          <a:xfrm>
            <a:off x="8603640" y="1073160"/>
            <a:ext cx="2671200" cy="9331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fontScale="92500" lnSpcReduction="9999"/>
          </a:bodyPr>
          <a:p>
            <a:pPr indent="0" algn="l" defTabSz="914400">
              <a:lnSpc>
                <a:spcPct val="90000"/>
              </a:lnSpc>
              <a:buNone/>
              <a:tabLst>
                <a:tab pos="0" algn="l"/>
              </a:tabLst>
            </a:pPr>
            <a:r>
              <a:rPr lang="es-MX" sz="4400" b="0" u="none" strike="noStrike">
                <a:solidFill>
                  <a:schemeClr val="dk1"/>
                </a:solidFill>
                <a:effectLst/>
                <a:uFillTx/>
                <a:latin typeface="Calibri Light"/>
              </a:rPr>
              <a:t>Diseño de la experiencia de usuario</a:t>
            </a:r>
            <a:endParaRPr lang="es-ES_tradnl" sz="4400" b="0" u="none" strike="noStrike">
              <a:solidFill>
                <a:schemeClr val="dk1"/>
              </a:solidFill>
              <a:effectLst/>
              <a:uFillTx/>
              <a:latin typeface="Calibri Light"/>
            </a:endParaRPr>
          </a:p>
        </p:txBody>
      </p:sp>
      <p:sp>
        <p:nvSpPr>
          <p:cNvPr id="85"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lnSpcReduction="9999"/>
          </a:bodyPr>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Vivimos en un mundo de productos de alta tecnología, prácticamente todos ellos requieren interacción humana. Entonces para que un producto tenga éxito, se debe proveer una experiencia de usuario (UX) positiva. </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¿Qué 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Es el proceso de mejorar la satisfacción del usuario con un producto mediante la creación de una interacción útil, accesible y placentera entre el producto y sus usuarios.</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¿Por qué es importante?</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Si el software es difícil de usar, nos obliga a cometer errores o frustra nuestro esfuerzo por lograr metas, no nos gustara a pesar del poder de cómputo que exhiba.</a:t>
            </a:r>
            <a:endParaRPr lang="es-ES_tradnl" sz="24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s-ES_tradnl" sz="2800" b="0" u="none" strike="noStrike">
              <a:solidFill>
                <a:schemeClr val="dk1"/>
              </a:solidFill>
              <a:effectLst/>
              <a:uFillTx/>
              <a:latin typeface="Calibri"/>
            </a:endParaRPr>
          </a:p>
        </p:txBody>
      </p:sp>
      <p:sp>
        <p:nvSpPr>
          <p:cNvPr id="86"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87" name="Agrupar 2"/>
          <p:cNvGrpSpPr/>
          <p:nvPr/>
        </p:nvGrpSpPr>
        <p:grpSpPr>
          <a:xfrm>
            <a:off x="0" y="6469920"/>
            <a:ext cx="12191400" cy="387360"/>
            <a:chOff x="0" y="6469920"/>
            <a:chExt cx="12191400" cy="387360"/>
          </a:xfrm>
        </p:grpSpPr>
        <p:sp>
          <p:nvSpPr>
            <p:cNvPr id="88"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89"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90" name="Imagen 7"/>
          <p:cNvPicPr/>
          <p:nvPr/>
        </p:nvPicPr>
        <p:blipFill>
          <a:blip r:embed="rId1"/>
          <a:stretch/>
        </p:blipFill>
        <p:spPr>
          <a:xfrm>
            <a:off x="8872200" y="575640"/>
            <a:ext cx="2486160" cy="865080"/>
          </a:xfrm>
          <a:prstGeom prst="rect">
            <a:avLst/>
          </a:prstGeom>
          <a:noFill/>
          <a:ln w="0">
            <a:noFill/>
          </a:ln>
        </p:spPr>
      </p:pic>
      <p:pic>
        <p:nvPicPr>
          <p:cNvPr id="91"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fontScale="92500" lnSpcReduction="9999"/>
          </a:bodyPr>
          <a:p>
            <a:pPr indent="0" algn="l" defTabSz="914400">
              <a:lnSpc>
                <a:spcPct val="90000"/>
              </a:lnSpc>
              <a:buNone/>
              <a:tabLst>
                <a:tab pos="0" algn="l"/>
              </a:tabLst>
            </a:pPr>
            <a:r>
              <a:rPr lang="es-MX" sz="4400" b="0" u="none" strike="noStrike">
                <a:solidFill>
                  <a:schemeClr val="dk1"/>
                </a:solidFill>
                <a:effectLst/>
                <a:uFillTx/>
                <a:latin typeface="Calibri Light"/>
              </a:rPr>
              <a:t>Diseño de la experiencia de usuario</a:t>
            </a:r>
            <a:endParaRPr lang="es-ES_tradnl" sz="4400" b="0" u="none" strike="noStrike">
              <a:solidFill>
                <a:schemeClr val="dk1"/>
              </a:solidFill>
              <a:effectLst/>
              <a:uFillTx/>
              <a:latin typeface="Calibri Light"/>
            </a:endParaRPr>
          </a:p>
        </p:txBody>
      </p:sp>
      <p:sp>
        <p:nvSpPr>
          <p:cNvPr id="93"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800" b="0" u="none" strike="noStrike">
                <a:solidFill>
                  <a:schemeClr val="dk1"/>
                </a:solidFill>
                <a:effectLst/>
                <a:uFillTx/>
                <a:latin typeface="Calibri"/>
              </a:rPr>
              <a:t>Durante las tres primeras décadas de la era de la computación, la usabilidad no era la preocupación dominante de quienes elaboraban software. En su libro clásico sobre diseño, Donald Norman afirmaba que ya era tiempo de cambiar de actitud:</a:t>
            </a:r>
            <a:endParaRPr lang="es-ES_tradn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i="1" u="none" strike="noStrike">
                <a:solidFill>
                  <a:schemeClr val="dk1"/>
                </a:solidFill>
                <a:effectLst/>
                <a:uFillTx/>
                <a:latin typeface="Calibri"/>
              </a:rPr>
              <a:t>“Para producir tecnología que se adapte a los seres humanos, es necesario estudiar a éstos. Pero en la actualidad tendemos a estudiar sólo a la primera. El resultado es que se exige a las personas que se adapten a la tecnología. Es tiempo de que esta tendencia se revierta, es el momento de que la tecnología se adapte a las personas.”</a:t>
            </a:r>
            <a:endParaRPr lang="es-ES_tradnl" sz="24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s-ES_tradnl" sz="2800" b="0" u="none" strike="noStrike">
              <a:solidFill>
                <a:schemeClr val="dk1"/>
              </a:solidFill>
              <a:effectLst/>
              <a:uFillTx/>
              <a:latin typeface="Calibri"/>
            </a:endParaRPr>
          </a:p>
        </p:txBody>
      </p:sp>
      <p:sp>
        <p:nvSpPr>
          <p:cNvPr id="94"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95" name="Agrupar 2"/>
          <p:cNvGrpSpPr/>
          <p:nvPr/>
        </p:nvGrpSpPr>
        <p:grpSpPr>
          <a:xfrm>
            <a:off x="0" y="6469920"/>
            <a:ext cx="12191400" cy="387360"/>
            <a:chOff x="0" y="6469920"/>
            <a:chExt cx="12191400" cy="387360"/>
          </a:xfrm>
        </p:grpSpPr>
        <p:sp>
          <p:nvSpPr>
            <p:cNvPr id="96"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97"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98" name="Imagen 7"/>
          <p:cNvPicPr/>
          <p:nvPr/>
        </p:nvPicPr>
        <p:blipFill>
          <a:blip r:embed="rId1"/>
          <a:stretch/>
        </p:blipFill>
        <p:spPr>
          <a:xfrm>
            <a:off x="8872200" y="575640"/>
            <a:ext cx="2486160" cy="865080"/>
          </a:xfrm>
          <a:prstGeom prst="rect">
            <a:avLst/>
          </a:prstGeom>
          <a:noFill/>
          <a:ln w="0">
            <a:noFill/>
          </a:ln>
        </p:spPr>
      </p:pic>
      <p:pic>
        <p:nvPicPr>
          <p:cNvPr id="99"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fontScale="92500" lnSpcReduction="9999"/>
          </a:bodyPr>
          <a:p>
            <a:pPr indent="0" algn="l" defTabSz="914400">
              <a:lnSpc>
                <a:spcPct val="90000"/>
              </a:lnSpc>
              <a:buNone/>
              <a:tabLst>
                <a:tab pos="0" algn="l"/>
              </a:tabLst>
            </a:pPr>
            <a:r>
              <a:rPr lang="es-MX" sz="4400" b="0" u="none" strike="noStrike">
                <a:solidFill>
                  <a:schemeClr val="dk1"/>
                </a:solidFill>
                <a:effectLst/>
                <a:uFillTx/>
                <a:latin typeface="Calibri Light"/>
              </a:rPr>
              <a:t>Diseño de la experiencia de usuario</a:t>
            </a:r>
            <a:endParaRPr lang="es-ES_tradnl" sz="4400" b="0" u="none" strike="noStrike">
              <a:solidFill>
                <a:schemeClr val="dk1"/>
              </a:solidFill>
              <a:effectLst/>
              <a:uFillTx/>
              <a:latin typeface="Calibri Light"/>
            </a:endParaRPr>
          </a:p>
        </p:txBody>
      </p:sp>
      <p:sp>
        <p:nvSpPr>
          <p:cNvPr id="101"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A medida que los tecnólogos estudiaban la interacción entre las personas y la tecnología, identificaron dos aspectos fundamentales. </a:t>
            </a:r>
            <a:endParaRPr lang="es-ES_tradnl" sz="2400" b="0" u="none" strike="noStrike">
              <a:solidFill>
                <a:schemeClr val="dk1"/>
              </a:solidFill>
              <a:effectLst/>
              <a:uFillTx/>
              <a:latin typeface="Calibri"/>
            </a:endParaRPr>
          </a:p>
          <a:p>
            <a:pPr indent="0" algn="just"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En primer lugar, definieron un conjunto de reglas doradas aplicables a toda interacción humana con productos tecnológicos. </a:t>
            </a:r>
            <a:endParaRPr lang="es-ES_tradnl" sz="2400" b="0" u="none" strike="noStrike">
              <a:solidFill>
                <a:schemeClr val="dk1"/>
              </a:solidFill>
              <a:effectLst/>
              <a:uFillTx/>
              <a:latin typeface="Calibri"/>
            </a:endParaRPr>
          </a:p>
          <a:p>
            <a:pPr indent="0" algn="just"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En segundo lugar, establecieron mecanismos de interacción que permitieron a los diseñadores de software implementar correctamente dichas reglas. </a:t>
            </a:r>
            <a:endParaRPr lang="es-ES_tradnl" sz="2400" b="0" u="none" strike="noStrike">
              <a:solidFill>
                <a:schemeClr val="dk1"/>
              </a:solidFill>
              <a:effectLst/>
              <a:uFillTx/>
              <a:latin typeface="Calibri"/>
            </a:endParaRPr>
          </a:p>
          <a:p>
            <a:pPr indent="0" algn="just"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Estos mecanismos de interacción se conocen colectivamente como la interfaz de usuario.</a:t>
            </a:r>
            <a:endParaRPr lang="es-ES_tradnl" sz="2400" b="0" u="none" strike="noStrike">
              <a:solidFill>
                <a:schemeClr val="dk1"/>
              </a:solidFill>
              <a:effectLst/>
              <a:uFillTx/>
              <a:latin typeface="Calibri"/>
            </a:endParaRPr>
          </a:p>
        </p:txBody>
      </p:sp>
      <p:sp>
        <p:nvSpPr>
          <p:cNvPr id="102"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03" name="Agrupar 2"/>
          <p:cNvGrpSpPr/>
          <p:nvPr/>
        </p:nvGrpSpPr>
        <p:grpSpPr>
          <a:xfrm>
            <a:off x="0" y="6469920"/>
            <a:ext cx="12191400" cy="387360"/>
            <a:chOff x="0" y="6469920"/>
            <a:chExt cx="12191400" cy="387360"/>
          </a:xfrm>
        </p:grpSpPr>
        <p:sp>
          <p:nvSpPr>
            <p:cNvPr id="104"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05"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06" name="Imagen 7"/>
          <p:cNvPicPr/>
          <p:nvPr/>
        </p:nvPicPr>
        <p:blipFill>
          <a:blip r:embed="rId1"/>
          <a:stretch/>
        </p:blipFill>
        <p:spPr>
          <a:xfrm>
            <a:off x="8872200" y="575640"/>
            <a:ext cx="2486160" cy="865080"/>
          </a:xfrm>
          <a:prstGeom prst="rect">
            <a:avLst/>
          </a:prstGeom>
          <a:noFill/>
          <a:ln w="0">
            <a:noFill/>
          </a:ln>
        </p:spPr>
      </p:pic>
      <p:pic>
        <p:nvPicPr>
          <p:cNvPr id="107"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MX" sz="4400" b="0" u="none" strike="noStrike">
                <a:solidFill>
                  <a:schemeClr val="dk1"/>
                </a:solidFill>
                <a:effectLst/>
                <a:uFillTx/>
                <a:latin typeface="Calibri Light"/>
              </a:rPr>
              <a:t>Ejemplo</a:t>
            </a:r>
            <a:endParaRPr lang="es-ES_tradnl" sz="4400" b="0" u="none" strike="noStrike">
              <a:solidFill>
                <a:schemeClr val="dk1"/>
              </a:solidFill>
              <a:effectLst/>
              <a:uFillTx/>
              <a:latin typeface="Calibri Light"/>
            </a:endParaRPr>
          </a:p>
        </p:txBody>
      </p:sp>
      <p:sp>
        <p:nvSpPr>
          <p:cNvPr id="109"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l"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Si pensamos en conducir un automóvil:</a:t>
            </a:r>
            <a:endParaRPr lang="es-ES_tradnl" sz="2400" b="0" u="none" strike="noStrike">
              <a:solidFill>
                <a:schemeClr val="dk1"/>
              </a:solidFill>
              <a:effectLst/>
              <a:uFillTx/>
              <a:latin typeface="Calibri"/>
            </a:endParaRPr>
          </a:p>
          <a:p>
            <a:pPr marL="360000" indent="0" algn="l"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Regla dorada: El conductor debe recibir información clara sobre la velocidad del vehículo. </a:t>
            </a:r>
            <a:endParaRPr lang="es-ES_tradnl" sz="2400" b="0" u="none" strike="noStrike">
              <a:solidFill>
                <a:schemeClr val="dk1"/>
              </a:solidFill>
              <a:effectLst/>
              <a:uFillTx/>
              <a:latin typeface="Calibri"/>
            </a:endParaRPr>
          </a:p>
          <a:p>
            <a:pPr marL="360000" indent="0" algn="l"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Mecanismo de interacción: El velocímetro en el tablero. </a:t>
            </a:r>
            <a:endParaRPr lang="es-ES_tradnl" sz="2400" b="0" u="none" strike="noStrike">
              <a:solidFill>
                <a:schemeClr val="dk1"/>
              </a:solidFill>
              <a:effectLst/>
              <a:uFillTx/>
              <a:latin typeface="Calibri"/>
            </a:endParaRPr>
          </a:p>
          <a:p>
            <a:pPr indent="0" algn="l" defTabSz="914400">
              <a:lnSpc>
                <a:spcPct val="90000"/>
              </a:lnSpc>
              <a:spcBef>
                <a:spcPts val="1191"/>
              </a:spcBef>
              <a:spcAft>
                <a:spcPts val="992"/>
              </a:spcAft>
              <a:buNone/>
              <a:tabLst>
                <a:tab pos="0" algn="l"/>
              </a:tabLst>
            </a:pPr>
            <a:r>
              <a:rPr lang="es-MX" sz="2400" b="0" u="none" strike="noStrike">
                <a:solidFill>
                  <a:schemeClr val="dk1"/>
                </a:solidFill>
                <a:effectLst/>
                <a:uFillTx/>
                <a:latin typeface="Calibri"/>
              </a:rPr>
              <a:t>En software ocurre lo mismo: las reglas doradas son los principios de diseño y los mecanismos de interacción son los componentes de la interfaz (botones, menús, formularios, mensajes, iconos, ventanas, etc.) que permiten aplicar esos principios.</a:t>
            </a:r>
            <a:endParaRPr lang="es-ES_tradnl" sz="2400" b="0" u="none" strike="noStrike">
              <a:solidFill>
                <a:schemeClr val="dk1"/>
              </a:solidFill>
              <a:effectLst/>
              <a:uFillTx/>
              <a:latin typeface="Calibri"/>
            </a:endParaRPr>
          </a:p>
          <a:p>
            <a:pPr indent="0" algn="l" defTabSz="914400">
              <a:lnSpc>
                <a:spcPct val="90000"/>
              </a:lnSpc>
              <a:spcBef>
                <a:spcPts val="1191"/>
              </a:spcBef>
              <a:spcAft>
                <a:spcPts val="992"/>
              </a:spcAft>
              <a:buNone/>
              <a:tabLst>
                <a:tab pos="0" algn="l"/>
              </a:tabLst>
            </a:pPr>
            <a:endParaRPr lang="es-ES_tradnl" sz="2400" b="0" u="none" strike="noStrike">
              <a:solidFill>
                <a:schemeClr val="dk1"/>
              </a:solidFill>
              <a:effectLst/>
              <a:uFillTx/>
              <a:latin typeface="Calibri"/>
            </a:endParaRPr>
          </a:p>
        </p:txBody>
      </p:sp>
      <p:sp>
        <p:nvSpPr>
          <p:cNvPr id="110" name="Marcador de contenido 4"/>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11" name="Agrupar 1"/>
          <p:cNvGrpSpPr/>
          <p:nvPr/>
        </p:nvGrpSpPr>
        <p:grpSpPr>
          <a:xfrm>
            <a:off x="0" y="6469920"/>
            <a:ext cx="12191400" cy="387360"/>
            <a:chOff x="0" y="6469920"/>
            <a:chExt cx="12191400" cy="387360"/>
          </a:xfrm>
        </p:grpSpPr>
        <p:sp>
          <p:nvSpPr>
            <p:cNvPr id="112" name="Rectángulo 1"/>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13" name="Rectángulo 2"/>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14" name="Imagen 1"/>
          <p:cNvPicPr/>
          <p:nvPr/>
        </p:nvPicPr>
        <p:blipFill>
          <a:blip r:embed="rId1"/>
          <a:stretch/>
        </p:blipFill>
        <p:spPr>
          <a:xfrm>
            <a:off x="8872200" y="575640"/>
            <a:ext cx="2486160" cy="865080"/>
          </a:xfrm>
          <a:prstGeom prst="rect">
            <a:avLst/>
          </a:prstGeom>
          <a:noFill/>
          <a:ln w="0">
            <a:noFill/>
          </a:ln>
        </p:spPr>
      </p:pic>
      <p:pic>
        <p:nvPicPr>
          <p:cNvPr id="115" name="Imagen 5"/>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fontScale="92500" lnSpcReduction="9999"/>
          </a:bodyPr>
          <a:p>
            <a:pPr indent="0" algn="l" defTabSz="914400">
              <a:lnSpc>
                <a:spcPct val="90000"/>
              </a:lnSpc>
              <a:buNone/>
              <a:tabLst>
                <a:tab pos="0" algn="l"/>
              </a:tabLst>
            </a:pPr>
            <a:r>
              <a:rPr lang="es-MX" sz="4400" b="0" u="none" strike="noStrike">
                <a:solidFill>
                  <a:schemeClr val="dk1"/>
                </a:solidFill>
                <a:effectLst/>
                <a:uFillTx/>
                <a:latin typeface="Calibri Light"/>
              </a:rPr>
              <a:t>Elementos del diseño de la experiencia de usuario</a:t>
            </a:r>
            <a:endParaRPr lang="es-ES_tradnl" sz="4400" b="0" u="none" strike="noStrike">
              <a:solidFill>
                <a:schemeClr val="dk1"/>
              </a:solidFill>
              <a:effectLst/>
              <a:uFillTx/>
              <a:latin typeface="Calibri Light"/>
            </a:endParaRPr>
          </a:p>
        </p:txBody>
      </p:sp>
      <p:sp>
        <p:nvSpPr>
          <p:cNvPr id="117"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800" b="0" u="none" strike="noStrike">
                <a:solidFill>
                  <a:schemeClr val="dk1"/>
                </a:solidFill>
                <a:effectLst/>
                <a:uFillTx/>
                <a:latin typeface="Calibri"/>
              </a:rPr>
              <a:t>El diseño de la experiencia de usuario trata de asegurar que ningún aspecto de su software aparezca en la versión candidata final sin la decisión explicita del equipo de desarrollo y otras partes interesadas de incluirla.</a:t>
            </a:r>
            <a:endParaRPr lang="es-ES_tradnl" sz="28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800" b="0" u="none" strike="noStrike">
                <a:solidFill>
                  <a:schemeClr val="dk1"/>
                </a:solidFill>
                <a:effectLst/>
                <a:uFillTx/>
                <a:latin typeface="Calibri"/>
              </a:rPr>
              <a:t>Estos elementos de diseño se organizan en cinco planos jerárquicos que van desde lo abstracto hasta lo concreto. Este modelo fue propuesto por Jesse James Garrett en su libro “The Elements of User Experience”, y es una referencia clave en UX.</a:t>
            </a:r>
            <a:endParaRPr lang="es-ES_tradnl" sz="2800" b="0" u="none" strike="noStrike">
              <a:solidFill>
                <a:schemeClr val="dk1"/>
              </a:solidFill>
              <a:effectLst/>
              <a:uFillTx/>
              <a:latin typeface="Calibri"/>
            </a:endParaRPr>
          </a:p>
          <a:p>
            <a:pPr indent="0" algn="l" defTabSz="914400">
              <a:lnSpc>
                <a:spcPct val="90000"/>
              </a:lnSpc>
              <a:spcBef>
                <a:spcPts val="1001"/>
              </a:spcBef>
              <a:buNone/>
              <a:tabLst>
                <a:tab pos="0" algn="l"/>
              </a:tabLst>
            </a:pPr>
            <a:endParaRPr lang="es-ES_tradnl" sz="2800" b="0" u="none" strike="noStrike">
              <a:solidFill>
                <a:schemeClr val="dk1"/>
              </a:solidFill>
              <a:effectLst/>
              <a:uFillTx/>
              <a:latin typeface="Calibri"/>
            </a:endParaRPr>
          </a:p>
        </p:txBody>
      </p:sp>
      <p:sp>
        <p:nvSpPr>
          <p:cNvPr id="118"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19" name="Agrupar 2"/>
          <p:cNvGrpSpPr/>
          <p:nvPr/>
        </p:nvGrpSpPr>
        <p:grpSpPr>
          <a:xfrm>
            <a:off x="0" y="6469920"/>
            <a:ext cx="12191400" cy="387360"/>
            <a:chOff x="0" y="6469920"/>
            <a:chExt cx="12191400" cy="387360"/>
          </a:xfrm>
        </p:grpSpPr>
        <p:sp>
          <p:nvSpPr>
            <p:cNvPr id="120"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21"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22" name="Imagen 7"/>
          <p:cNvPicPr/>
          <p:nvPr/>
        </p:nvPicPr>
        <p:blipFill>
          <a:blip r:embed="rId1"/>
          <a:stretch/>
        </p:blipFill>
        <p:spPr>
          <a:xfrm>
            <a:off x="8872200" y="575640"/>
            <a:ext cx="2486160" cy="865080"/>
          </a:xfrm>
          <a:prstGeom prst="rect">
            <a:avLst/>
          </a:prstGeom>
          <a:noFill/>
          <a:ln w="0">
            <a:noFill/>
          </a:ln>
        </p:spPr>
      </p:pic>
      <p:pic>
        <p:nvPicPr>
          <p:cNvPr id="123"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MX" sz="4400" b="0" u="none" strike="noStrike">
                <a:solidFill>
                  <a:schemeClr val="dk1"/>
                </a:solidFill>
                <a:effectLst/>
                <a:uFillTx/>
                <a:latin typeface="Calibri Light"/>
              </a:rPr>
              <a:t>Estrategia</a:t>
            </a:r>
            <a:endParaRPr lang="es-ES_tradnl" sz="4400" b="0" u="none" strike="noStrike">
              <a:solidFill>
                <a:schemeClr val="dk1"/>
              </a:solidFill>
              <a:effectLst/>
              <a:uFillTx/>
              <a:latin typeface="Calibri Light"/>
            </a:endParaRPr>
          </a:p>
        </p:txBody>
      </p:sp>
      <p:sp>
        <p:nvSpPr>
          <p:cNvPr id="125"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Es la capa ´mas abstracta, aquí es donde se sientan las bases de sus objetivos de diseño. Estos objetivos se basan en las necesidades del usuario y los objetivos comerciales del producto.</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Preguntas clave:</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¿Qué quiere lograr la empresa?</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¿Qué necesitan o desean los usuarios?</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CL" sz="2400" b="0" u="none" strike="noStrike">
                <a:solidFill>
                  <a:schemeClr val="dk1"/>
                </a:solidFill>
                <a:effectLst/>
                <a:uFillTx/>
                <a:latin typeface="Calibri"/>
              </a:rPr>
              <a:t>¿De dónde se obtienen?</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Investigación de usuarios (entrevistas, encuestas)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Objetivos del producto</a:t>
            </a:r>
            <a:endParaRPr lang="es-ES_tradnl" sz="2400" b="0" u="none" strike="noStrike">
              <a:solidFill>
                <a:schemeClr val="dk1"/>
              </a:solidFill>
              <a:effectLst/>
              <a:uFillTx/>
              <a:latin typeface="Calibri"/>
            </a:endParaRPr>
          </a:p>
        </p:txBody>
      </p:sp>
      <p:sp>
        <p:nvSpPr>
          <p:cNvPr id="126"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27" name="Agrupar 2"/>
          <p:cNvGrpSpPr/>
          <p:nvPr/>
        </p:nvGrpSpPr>
        <p:grpSpPr>
          <a:xfrm>
            <a:off x="0" y="6469920"/>
            <a:ext cx="12191400" cy="387360"/>
            <a:chOff x="0" y="6469920"/>
            <a:chExt cx="12191400" cy="387360"/>
          </a:xfrm>
        </p:grpSpPr>
        <p:sp>
          <p:nvSpPr>
            <p:cNvPr id="128"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29"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30" name="Imagen 7"/>
          <p:cNvPicPr/>
          <p:nvPr/>
        </p:nvPicPr>
        <p:blipFill>
          <a:blip r:embed="rId1"/>
          <a:stretch/>
        </p:blipFill>
        <p:spPr>
          <a:xfrm>
            <a:off x="8872200" y="575640"/>
            <a:ext cx="2486160" cy="865080"/>
          </a:xfrm>
          <a:prstGeom prst="rect">
            <a:avLst/>
          </a:prstGeom>
          <a:noFill/>
          <a:ln w="0">
            <a:noFill/>
          </a:ln>
        </p:spPr>
      </p:pic>
      <p:pic>
        <p:nvPicPr>
          <p:cNvPr id="131"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CL" sz="4400" b="0" u="none" strike="noStrike">
                <a:solidFill>
                  <a:schemeClr val="dk1"/>
                </a:solidFill>
                <a:effectLst/>
                <a:uFillTx/>
                <a:latin typeface="Calibri Light"/>
              </a:rPr>
              <a:t>Alcance </a:t>
            </a:r>
            <a:endParaRPr lang="es-ES_tradnl" sz="4400" b="0" u="none" strike="noStrike">
              <a:solidFill>
                <a:schemeClr val="dk1"/>
              </a:solidFill>
              <a:effectLst/>
              <a:uFillTx/>
              <a:latin typeface="Calibri Light"/>
            </a:endParaRPr>
          </a:p>
        </p:txBody>
      </p:sp>
      <p:sp>
        <p:nvSpPr>
          <p:cNvPr id="133"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Es donde se determina el producto que se está creando. En este punto, se considerarán las funcionalidades y el contenido que se desea incluir en el producto.</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Preguntas clave:</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¿Qué características se incluirán?</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¿Qué contenido es necesario?</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CL" sz="2400" b="0" u="none" strike="noStrike">
                <a:solidFill>
                  <a:schemeClr val="dk1"/>
                </a:solidFill>
                <a:effectLst/>
                <a:uFillTx/>
                <a:latin typeface="Calibri"/>
              </a:rPr>
              <a:t>¿De dónde se obtienen?</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Requerimientos funcionales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Especificaciones de contenido</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Historias de usuario</a:t>
            </a:r>
            <a:endParaRPr lang="es-ES_tradnl" sz="2400" b="0" u="none" strike="noStrike">
              <a:solidFill>
                <a:schemeClr val="dk1"/>
              </a:solidFill>
              <a:effectLst/>
              <a:uFillTx/>
              <a:latin typeface="Calibri"/>
            </a:endParaRPr>
          </a:p>
        </p:txBody>
      </p:sp>
      <p:sp>
        <p:nvSpPr>
          <p:cNvPr id="134"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35" name="Agrupar 2"/>
          <p:cNvGrpSpPr/>
          <p:nvPr/>
        </p:nvGrpSpPr>
        <p:grpSpPr>
          <a:xfrm>
            <a:off x="0" y="6469920"/>
            <a:ext cx="12191400" cy="387360"/>
            <a:chOff x="0" y="6469920"/>
            <a:chExt cx="12191400" cy="387360"/>
          </a:xfrm>
        </p:grpSpPr>
        <p:sp>
          <p:nvSpPr>
            <p:cNvPr id="136"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37"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38" name="Imagen 7"/>
          <p:cNvPicPr/>
          <p:nvPr/>
        </p:nvPicPr>
        <p:blipFill>
          <a:blip r:embed="rId1"/>
          <a:stretch/>
        </p:blipFill>
        <p:spPr>
          <a:xfrm>
            <a:off x="8872200" y="575640"/>
            <a:ext cx="2486160" cy="865080"/>
          </a:xfrm>
          <a:prstGeom prst="rect">
            <a:avLst/>
          </a:prstGeom>
          <a:noFill/>
          <a:ln w="0">
            <a:noFill/>
          </a:ln>
        </p:spPr>
      </p:pic>
      <p:pic>
        <p:nvPicPr>
          <p:cNvPr id="139"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CL" sz="4400" b="0" u="none" strike="noStrike">
                <a:solidFill>
                  <a:schemeClr val="dk1"/>
                </a:solidFill>
                <a:effectLst/>
                <a:uFillTx/>
                <a:latin typeface="Calibri Light"/>
              </a:rPr>
              <a:t>Estructura </a:t>
            </a:r>
            <a:endParaRPr lang="es-ES_tradnl" sz="4400" b="0" u="none" strike="noStrike">
              <a:solidFill>
                <a:schemeClr val="dk1"/>
              </a:solidFill>
              <a:effectLst/>
              <a:uFillTx/>
              <a:latin typeface="Calibri Light"/>
            </a:endParaRPr>
          </a:p>
        </p:txBody>
      </p:sp>
      <p:sp>
        <p:nvSpPr>
          <p:cNvPr id="141"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La capa intermedia es la estructura. Aquí, se descubre cómo se organiza el diseño y cómo desea que los usuarios interactúen con el producto.Preguntas clave:</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¿Cómo se navega el sistema?</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¿Qué ocurre cuando el usuario interactúa?</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CL" sz="2400" b="0" u="none" strike="noStrike">
                <a:solidFill>
                  <a:schemeClr val="dk1"/>
                </a:solidFill>
                <a:effectLst/>
                <a:uFillTx/>
                <a:latin typeface="Calibri"/>
              </a:rPr>
              <a:t>¿De dónde se obtienen?</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Mapas de sitio</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Diagramas de flujo</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Modelos de interacción</a:t>
            </a:r>
            <a:endParaRPr lang="es-ES_tradnl" sz="2400" b="0" u="none" strike="noStrike">
              <a:solidFill>
                <a:schemeClr val="dk1"/>
              </a:solidFill>
              <a:effectLst/>
              <a:uFillTx/>
              <a:latin typeface="Calibri"/>
            </a:endParaRPr>
          </a:p>
        </p:txBody>
      </p:sp>
      <p:sp>
        <p:nvSpPr>
          <p:cNvPr id="142"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43" name="Agrupar 2"/>
          <p:cNvGrpSpPr/>
          <p:nvPr/>
        </p:nvGrpSpPr>
        <p:grpSpPr>
          <a:xfrm>
            <a:off x="0" y="6469920"/>
            <a:ext cx="12191400" cy="387360"/>
            <a:chOff x="0" y="6469920"/>
            <a:chExt cx="12191400" cy="387360"/>
          </a:xfrm>
        </p:grpSpPr>
        <p:sp>
          <p:nvSpPr>
            <p:cNvPr id="144"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45"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46" name="Imagen 7"/>
          <p:cNvPicPr/>
          <p:nvPr/>
        </p:nvPicPr>
        <p:blipFill>
          <a:blip r:embed="rId1"/>
          <a:stretch/>
        </p:blipFill>
        <p:spPr>
          <a:xfrm>
            <a:off x="8872200" y="575640"/>
            <a:ext cx="2486160" cy="865080"/>
          </a:xfrm>
          <a:prstGeom prst="rect">
            <a:avLst/>
          </a:prstGeom>
          <a:noFill/>
          <a:ln w="0">
            <a:noFill/>
          </a:ln>
        </p:spPr>
      </p:pic>
      <p:pic>
        <p:nvPicPr>
          <p:cNvPr id="147"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CL" sz="4400" b="0" u="none" strike="noStrike">
                <a:solidFill>
                  <a:schemeClr val="dk1"/>
                </a:solidFill>
                <a:effectLst/>
                <a:uFillTx/>
                <a:latin typeface="Calibri Light"/>
              </a:rPr>
              <a:t>Esqueleto </a:t>
            </a:r>
            <a:endParaRPr lang="es-ES_tradnl" sz="4400" b="0" u="none" strike="noStrike">
              <a:solidFill>
                <a:schemeClr val="dk1"/>
              </a:solidFill>
              <a:effectLst/>
              <a:uFillTx/>
              <a:latin typeface="Calibri Light"/>
            </a:endParaRPr>
          </a:p>
        </p:txBody>
      </p:sp>
      <p:sp>
        <p:nvSpPr>
          <p:cNvPr id="149"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fontScale="85000" lnSpcReduction="19999"/>
          </a:bodyPr>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Es el diseño del producto. la capa del esqueleto detalla cómo funciona su diseño y, como un esqueleto, los usuarios no verán directamente su funcionamiento interno.</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¿De dónde se obtienen los entregables?:</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1" u="none" strike="noStrike">
                <a:solidFill>
                  <a:schemeClr val="dk1"/>
                </a:solidFill>
                <a:effectLst/>
                <a:uFillTx/>
                <a:latin typeface="Calibri"/>
              </a:rPr>
              <a:t>Wireframes</a:t>
            </a:r>
            <a:r>
              <a:rPr lang="es-MX" sz="2400" b="0" u="none" strike="noStrike">
                <a:solidFill>
                  <a:schemeClr val="dk1"/>
                </a:solidFill>
                <a:effectLst/>
                <a:uFillTx/>
                <a:latin typeface="Calibri"/>
              </a:rPr>
              <a:t>:</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A partir del diseño estructural y de las funcionalidades.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Herramientas: Figma, Balsamiq, Adobe XD.</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1" u="none" strike="noStrike">
                <a:solidFill>
                  <a:schemeClr val="dk1"/>
                </a:solidFill>
                <a:effectLst/>
                <a:uFillTx/>
                <a:latin typeface="Calibri"/>
              </a:rPr>
              <a:t>Diseño de navegación</a:t>
            </a:r>
            <a:r>
              <a:rPr lang="es-MX" sz="2400" b="0" u="none" strike="noStrike">
                <a:solidFill>
                  <a:schemeClr val="dk1"/>
                </a:solidFill>
                <a:effectLst/>
                <a:uFillTx/>
                <a:latin typeface="Calibri"/>
              </a:rPr>
              <a:t>:</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En base al flujo de navegación definido previamente.</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1" u="none" strike="noStrike">
                <a:solidFill>
                  <a:schemeClr val="dk1"/>
                </a:solidFill>
                <a:effectLst/>
                <a:uFillTx/>
                <a:latin typeface="Calibri"/>
              </a:rPr>
              <a:t>Entregables comunes: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SzPct val="45000"/>
              <a:buFont typeface="Wingdings" charset="2"/>
              <a:buChar char=""/>
              <a:tabLst>
                <a:tab pos="0" algn="l"/>
              </a:tabLst>
            </a:pPr>
            <a:r>
              <a:rPr lang="es-MX" sz="2400" b="0" u="none" strike="noStrike">
                <a:solidFill>
                  <a:schemeClr val="dk1"/>
                </a:solidFill>
                <a:effectLst/>
                <a:uFillTx/>
                <a:latin typeface="Calibri"/>
              </a:rPr>
              <a:t>Wireframes de páginas o pantallas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Prototipos de baja fidelidad</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Diseño de menús, formularios y botones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Esquema de interacción UI</a:t>
            </a:r>
            <a:endParaRPr lang="es-ES_tradnl" sz="2400" b="0" u="none" strike="noStrike">
              <a:solidFill>
                <a:schemeClr val="dk1"/>
              </a:solidFill>
              <a:effectLst/>
              <a:uFillTx/>
              <a:latin typeface="Calibri"/>
            </a:endParaRPr>
          </a:p>
        </p:txBody>
      </p:sp>
      <p:sp>
        <p:nvSpPr>
          <p:cNvPr id="150"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51" name="Agrupar 2"/>
          <p:cNvGrpSpPr/>
          <p:nvPr/>
        </p:nvGrpSpPr>
        <p:grpSpPr>
          <a:xfrm>
            <a:off x="0" y="6469920"/>
            <a:ext cx="12191400" cy="387360"/>
            <a:chOff x="0" y="6469920"/>
            <a:chExt cx="12191400" cy="387360"/>
          </a:xfrm>
        </p:grpSpPr>
        <p:sp>
          <p:nvSpPr>
            <p:cNvPr id="152"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53"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54" name="Imagen 7"/>
          <p:cNvPicPr/>
          <p:nvPr/>
        </p:nvPicPr>
        <p:blipFill>
          <a:blip r:embed="rId1"/>
          <a:stretch/>
        </p:blipFill>
        <p:spPr>
          <a:xfrm>
            <a:off x="8872200" y="575640"/>
            <a:ext cx="2486160" cy="865080"/>
          </a:xfrm>
          <a:prstGeom prst="rect">
            <a:avLst/>
          </a:prstGeom>
          <a:noFill/>
          <a:ln w="0">
            <a:noFill/>
          </a:ln>
        </p:spPr>
      </p:pic>
      <p:pic>
        <p:nvPicPr>
          <p:cNvPr id="155"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CL" sz="4400" b="0" u="none" strike="noStrike">
                <a:solidFill>
                  <a:schemeClr val="dk1"/>
                </a:solidFill>
                <a:effectLst/>
                <a:uFillTx/>
                <a:latin typeface="Calibri Light"/>
              </a:rPr>
              <a:t>Interfaz</a:t>
            </a:r>
            <a:endParaRPr lang="es-ES_tradnl" sz="4400" b="0" u="none" strike="noStrike">
              <a:solidFill>
                <a:schemeClr val="dk1"/>
              </a:solidFill>
              <a:effectLst/>
              <a:uFillTx/>
              <a:latin typeface="Calibri Light"/>
            </a:endParaRPr>
          </a:p>
        </p:txBody>
      </p:sp>
      <p:sp>
        <p:nvSpPr>
          <p:cNvPr id="157"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Es la capa superior, representa la apariencia del producto para el usuario. La superficie es la interfaz que los usuarios ven y con la que interactúan. </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0" u="none" strike="noStrike">
                <a:solidFill>
                  <a:schemeClr val="dk1"/>
                </a:solidFill>
                <a:effectLst/>
                <a:uFillTx/>
                <a:latin typeface="Calibri"/>
              </a:rPr>
              <a:t>¿De dónde se obtienen los entregables?</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1" u="none" strike="noStrike">
                <a:solidFill>
                  <a:schemeClr val="dk1"/>
                </a:solidFill>
                <a:effectLst/>
                <a:uFillTx/>
                <a:latin typeface="Calibri"/>
              </a:rPr>
              <a:t>Prototipos de alta fidelidad:</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Para validación y pruebas con usuarios antes de desarrollo.</a:t>
            </a:r>
            <a:endParaRPr lang="es-ES_tradnl" sz="24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400" b="1" u="none" strike="noStrike">
                <a:solidFill>
                  <a:schemeClr val="dk1"/>
                </a:solidFill>
                <a:effectLst/>
                <a:uFillTx/>
                <a:latin typeface="Calibri"/>
              </a:rPr>
              <a:t>Entregables comunes: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Mockups visuales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Prototipos navegables</a:t>
            </a:r>
            <a:endParaRPr lang="es-ES_tradnl" sz="2400" b="0" u="none" strike="noStrike">
              <a:solidFill>
                <a:schemeClr val="dk1"/>
              </a:solidFill>
              <a:effectLst/>
              <a:uFillTx/>
              <a:latin typeface="Calibri"/>
            </a:endParaRPr>
          </a:p>
          <a:p>
            <a:pPr marL="228600" indent="-228600" algn="just" defTabSz="914400">
              <a:lnSpc>
                <a:spcPct val="90000"/>
              </a:lnSpc>
              <a:spcBef>
                <a:spcPts val="1001"/>
              </a:spcBef>
              <a:buClr>
                <a:srgbClr val="C00000"/>
              </a:buClr>
              <a:buFont typeface="Arial"/>
              <a:buChar char="•"/>
              <a:tabLst>
                <a:tab pos="0" algn="l"/>
              </a:tabLst>
            </a:pPr>
            <a:r>
              <a:rPr lang="es-MX" sz="2400" b="0" u="none" strike="noStrike">
                <a:solidFill>
                  <a:schemeClr val="dk1"/>
                </a:solidFill>
                <a:effectLst/>
                <a:uFillTx/>
                <a:latin typeface="Calibri"/>
              </a:rPr>
              <a:t>Guías de estilo (tipografía, colores, iconografía)</a:t>
            </a:r>
            <a:endParaRPr lang="es-ES_tradnl" sz="2400" b="0" u="none" strike="noStrike">
              <a:solidFill>
                <a:schemeClr val="dk1"/>
              </a:solidFill>
              <a:effectLst/>
              <a:uFillTx/>
              <a:latin typeface="Calibri"/>
            </a:endParaRPr>
          </a:p>
        </p:txBody>
      </p:sp>
      <p:sp>
        <p:nvSpPr>
          <p:cNvPr id="158"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59" name="Agrupar 2"/>
          <p:cNvGrpSpPr/>
          <p:nvPr/>
        </p:nvGrpSpPr>
        <p:grpSpPr>
          <a:xfrm>
            <a:off x="0" y="6469920"/>
            <a:ext cx="12191400" cy="387360"/>
            <a:chOff x="0" y="6469920"/>
            <a:chExt cx="12191400" cy="387360"/>
          </a:xfrm>
        </p:grpSpPr>
        <p:sp>
          <p:nvSpPr>
            <p:cNvPr id="160"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61"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62" name="Imagen 7"/>
          <p:cNvPicPr/>
          <p:nvPr/>
        </p:nvPicPr>
        <p:blipFill>
          <a:blip r:embed="rId1"/>
          <a:stretch/>
        </p:blipFill>
        <p:spPr>
          <a:xfrm>
            <a:off x="8872200" y="575640"/>
            <a:ext cx="2486160" cy="865080"/>
          </a:xfrm>
          <a:prstGeom prst="rect">
            <a:avLst/>
          </a:prstGeom>
          <a:noFill/>
          <a:ln w="0">
            <a:noFill/>
          </a:ln>
        </p:spPr>
      </p:pic>
      <p:pic>
        <p:nvPicPr>
          <p:cNvPr id="163" name="Imagen 8"/>
          <p:cNvPicPr/>
          <p:nvPr/>
        </p:nvPicPr>
        <p:blipFill>
          <a:blip r:embed="rId2"/>
          <a:stretch/>
        </p:blipFill>
        <p:spPr>
          <a:xfrm>
            <a:off x="10962000" y="3607560"/>
            <a:ext cx="511200" cy="2861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fontScale="92500" lnSpcReduction="9999"/>
          </a:bodyPr>
          <a:p>
            <a:pPr indent="0" algn="l" defTabSz="914400">
              <a:lnSpc>
                <a:spcPct val="90000"/>
              </a:lnSpc>
              <a:buNone/>
              <a:tabLst>
                <a:tab pos="0" algn="l"/>
              </a:tabLst>
            </a:pPr>
            <a:r>
              <a:rPr lang="es-MX" sz="4400" b="0" u="none" strike="noStrike">
                <a:solidFill>
                  <a:schemeClr val="dk1"/>
                </a:solidFill>
                <a:effectLst/>
                <a:uFillTx/>
                <a:latin typeface="Calibri Light"/>
              </a:rPr>
              <a:t>Elementos del diseño de la experiencia de usuario</a:t>
            </a:r>
            <a:endParaRPr lang="es-ES_tradnl" sz="4400" b="0" u="none" strike="noStrike">
              <a:solidFill>
                <a:schemeClr val="dk1"/>
              </a:solidFill>
              <a:effectLst/>
              <a:uFillTx/>
              <a:latin typeface="Calibri Light"/>
            </a:endParaRPr>
          </a:p>
        </p:txBody>
      </p:sp>
      <p:grpSp>
        <p:nvGrpSpPr>
          <p:cNvPr id="165" name="Agrupar 2"/>
          <p:cNvGrpSpPr/>
          <p:nvPr/>
        </p:nvGrpSpPr>
        <p:grpSpPr>
          <a:xfrm>
            <a:off x="0" y="6469920"/>
            <a:ext cx="12191400" cy="387360"/>
            <a:chOff x="0" y="6469920"/>
            <a:chExt cx="12191400" cy="387360"/>
          </a:xfrm>
        </p:grpSpPr>
        <p:sp>
          <p:nvSpPr>
            <p:cNvPr id="166"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67"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68" name="Imagen 7"/>
          <p:cNvPicPr/>
          <p:nvPr/>
        </p:nvPicPr>
        <p:blipFill>
          <a:blip r:embed="rId1"/>
          <a:stretch/>
        </p:blipFill>
        <p:spPr>
          <a:xfrm>
            <a:off x="8872200" y="575640"/>
            <a:ext cx="2486160" cy="865080"/>
          </a:xfrm>
          <a:prstGeom prst="rect">
            <a:avLst/>
          </a:prstGeom>
          <a:noFill/>
          <a:ln w="0">
            <a:noFill/>
          </a:ln>
        </p:spPr>
      </p:pic>
      <p:pic>
        <p:nvPicPr>
          <p:cNvPr id="169" name="Imagen 8"/>
          <p:cNvPicPr/>
          <p:nvPr/>
        </p:nvPicPr>
        <p:blipFill>
          <a:blip r:embed="rId2"/>
          <a:stretch/>
        </p:blipFill>
        <p:spPr>
          <a:xfrm>
            <a:off x="10962000" y="3607560"/>
            <a:ext cx="511200" cy="2861640"/>
          </a:xfrm>
          <a:prstGeom prst="rect">
            <a:avLst/>
          </a:prstGeom>
          <a:noFill/>
          <a:ln w="0">
            <a:noFill/>
          </a:ln>
        </p:spPr>
      </p:pic>
      <p:pic>
        <p:nvPicPr>
          <p:cNvPr id="170" name="Imagen 10"/>
          <p:cNvPicPr/>
          <p:nvPr/>
        </p:nvPicPr>
        <p:blipFill>
          <a:blip r:embed="rId3"/>
          <a:stretch/>
        </p:blipFill>
        <p:spPr>
          <a:xfrm>
            <a:off x="3000240" y="1441440"/>
            <a:ext cx="5690520" cy="46317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4680"/>
            <a:ext cx="8261640" cy="11422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s-MX" sz="3600" b="0" u="none" strike="noStrike">
                <a:solidFill>
                  <a:schemeClr val="dk1"/>
                </a:solidFill>
                <a:effectLst/>
                <a:uFillTx/>
                <a:latin typeface="Calibri Light"/>
              </a:rPr>
              <a:t>Características de una buena UX</a:t>
            </a:r>
            <a:endParaRPr lang="es-ES_tradnl" sz="3600" b="0" u="none" strike="noStrike">
              <a:solidFill>
                <a:schemeClr val="dk1"/>
              </a:solidFill>
              <a:effectLst/>
              <a:uFillTx/>
              <a:latin typeface="Calibri Light"/>
            </a:endParaRPr>
          </a:p>
        </p:txBody>
      </p:sp>
      <p:sp>
        <p:nvSpPr>
          <p:cNvPr id="172" name="PlaceHolder 2"/>
          <p:cNvSpPr>
            <a:spLocks noGrp="1"/>
          </p:cNvSpPr>
          <p:nvPr>
            <p:ph/>
          </p:nvPr>
        </p:nvSpPr>
        <p:spPr>
          <a:xfrm>
            <a:off x="609480" y="1600200"/>
            <a:ext cx="10351800" cy="4525200"/>
          </a:xfrm>
          <a:prstGeom prst="rect">
            <a:avLst/>
          </a:prstGeom>
          <a:noFill/>
          <a:ln w="0">
            <a:noFill/>
          </a:ln>
        </p:spPr>
        <p:txBody>
          <a:bodyPr lIns="91440" tIns="45720" rIns="91440" bIns="45720" anchor="t">
            <a:normAutofit/>
          </a:bodyPr>
          <a:p>
            <a:pPr indent="0" algn="just" defTabSz="914400">
              <a:lnSpc>
                <a:spcPct val="90000"/>
              </a:lnSpc>
              <a:spcBef>
                <a:spcPts val="1001"/>
              </a:spcBef>
              <a:buNone/>
              <a:tabLst>
                <a:tab pos="0" algn="l"/>
              </a:tabLst>
            </a:pPr>
            <a:r>
              <a:rPr lang="es-MX" sz="2000" b="1" u="none" strike="noStrike">
                <a:solidFill>
                  <a:schemeClr val="dk1"/>
                </a:solidFill>
                <a:effectLst/>
                <a:uFillTx/>
                <a:latin typeface="Calibri"/>
              </a:rPr>
              <a:t>Usable</a:t>
            </a:r>
            <a:r>
              <a:rPr lang="es-MX" sz="2000" b="0" u="none" strike="noStrike">
                <a:solidFill>
                  <a:schemeClr val="dk1"/>
                </a:solidFill>
                <a:effectLst/>
                <a:uFillTx/>
                <a:latin typeface="Calibri"/>
              </a:rPr>
              <a:t>: Que sea fácil de usar. Por ejemplo, que un diseño sea auto explicativo, como las señales del tránsito.</a:t>
            </a:r>
            <a:endParaRPr lang="es-ES_tradnl" sz="20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000" b="1" u="none" strike="noStrike">
                <a:solidFill>
                  <a:schemeClr val="dk1"/>
                </a:solidFill>
                <a:effectLst/>
                <a:uFillTx/>
                <a:latin typeface="Calibri"/>
              </a:rPr>
              <a:t>Agradable</a:t>
            </a:r>
            <a:r>
              <a:rPr lang="es-MX" sz="2000" b="0" u="none" strike="noStrike">
                <a:solidFill>
                  <a:schemeClr val="dk1"/>
                </a:solidFill>
                <a:effectLst/>
                <a:uFillTx/>
                <a:latin typeface="Calibri"/>
              </a:rPr>
              <a:t>: Que den ganas de usarlo. Como, por ejemplo, un videojuego.</a:t>
            </a:r>
            <a:endParaRPr lang="es-ES_tradnl" sz="20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000" b="1" u="none" strike="noStrike">
                <a:solidFill>
                  <a:schemeClr val="dk1"/>
                </a:solidFill>
                <a:effectLst/>
                <a:uFillTx/>
                <a:latin typeface="Calibri"/>
              </a:rPr>
              <a:t>Inclusivo</a:t>
            </a:r>
            <a:r>
              <a:rPr lang="es-MX" sz="2000" b="0" u="none" strike="noStrike">
                <a:solidFill>
                  <a:schemeClr val="dk1"/>
                </a:solidFill>
                <a:effectLst/>
                <a:uFillTx/>
                <a:latin typeface="Calibri"/>
              </a:rPr>
              <a:t>: Todas las personas tienen que poder usar tu producto ya sea hablen otro idioma, tengan capacidad o identidad no tradicionales o vengan de otra cultura.</a:t>
            </a:r>
            <a:endParaRPr lang="es-ES_tradnl" sz="2000" b="0" u="none" strike="noStrike">
              <a:solidFill>
                <a:schemeClr val="dk1"/>
              </a:solidFill>
              <a:effectLst/>
              <a:uFillTx/>
              <a:latin typeface="Calibri"/>
            </a:endParaRPr>
          </a:p>
          <a:p>
            <a:pPr indent="0" algn="just" defTabSz="914400">
              <a:lnSpc>
                <a:spcPct val="90000"/>
              </a:lnSpc>
              <a:spcBef>
                <a:spcPts val="1001"/>
              </a:spcBef>
              <a:buNone/>
              <a:tabLst>
                <a:tab pos="0" algn="l"/>
              </a:tabLst>
            </a:pPr>
            <a:r>
              <a:rPr lang="es-MX" sz="2000" b="1" u="none" strike="noStrike">
                <a:solidFill>
                  <a:schemeClr val="dk1"/>
                </a:solidFill>
                <a:effectLst/>
                <a:uFillTx/>
                <a:latin typeface="Calibri"/>
              </a:rPr>
              <a:t>Útil</a:t>
            </a:r>
            <a:r>
              <a:rPr lang="es-MX" sz="2000" b="0" u="none" strike="noStrike">
                <a:solidFill>
                  <a:schemeClr val="dk1"/>
                </a:solidFill>
                <a:effectLst/>
                <a:uFillTx/>
                <a:latin typeface="Calibri"/>
              </a:rPr>
              <a:t>: Básicamente que tenga una utilidad. ¿Conoces algún producto que no tenga una utilidad clara?</a:t>
            </a:r>
            <a:endParaRPr lang="es-ES_tradnl" sz="2000" b="0" u="none" strike="noStrike">
              <a:solidFill>
                <a:schemeClr val="dk1"/>
              </a:solidFill>
              <a:effectLst/>
              <a:uFillTx/>
              <a:latin typeface="Calibri"/>
            </a:endParaRPr>
          </a:p>
        </p:txBody>
      </p:sp>
      <p:sp>
        <p:nvSpPr>
          <p:cNvPr id="173" name="Marcador de contenido 2"/>
          <p:cNvSpPr/>
          <p:nvPr/>
        </p:nvSpPr>
        <p:spPr>
          <a:xfrm>
            <a:off x="1981080" y="1417680"/>
            <a:ext cx="4402080" cy="4938480"/>
          </a:xfrm>
          <a:prstGeom prst="rect">
            <a:avLst/>
          </a:prstGeom>
          <a:noFill/>
          <a:ln w="0">
            <a:noFill/>
          </a:ln>
        </p:spPr>
        <p:style>
          <a:lnRef idx="0"/>
          <a:fillRef idx="0"/>
          <a:effectRef idx="0"/>
          <a:fontRef idx="minor"/>
        </p:style>
        <p:txBody>
          <a:bodyPr lIns="90000" tIns="45000" rIns="90000" bIns="45000" anchor="t">
            <a:noAutofit/>
          </a:bodyPr>
          <a:p>
            <a:endParaRPr lang="es-CL" sz="1800" b="0" u="none" strike="noStrike">
              <a:solidFill>
                <a:schemeClr val="dk1"/>
              </a:solidFill>
              <a:effectLst/>
              <a:uFillTx/>
              <a:latin typeface="Calibri"/>
            </a:endParaRPr>
          </a:p>
        </p:txBody>
      </p:sp>
      <p:grpSp>
        <p:nvGrpSpPr>
          <p:cNvPr id="174" name="Agrupar 2"/>
          <p:cNvGrpSpPr/>
          <p:nvPr/>
        </p:nvGrpSpPr>
        <p:grpSpPr>
          <a:xfrm>
            <a:off x="0" y="6469920"/>
            <a:ext cx="12191400" cy="387360"/>
            <a:chOff x="0" y="6469920"/>
            <a:chExt cx="12191400" cy="387360"/>
          </a:xfrm>
        </p:grpSpPr>
        <p:sp>
          <p:nvSpPr>
            <p:cNvPr id="175" name="Rectángulo 5"/>
            <p:cNvSpPr/>
            <p:nvPr/>
          </p:nvSpPr>
          <p:spPr>
            <a:xfrm>
              <a:off x="0" y="6469920"/>
              <a:ext cx="6247800" cy="38736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sp>
          <p:nvSpPr>
            <p:cNvPr id="176" name="Rectángulo 6"/>
            <p:cNvSpPr/>
            <p:nvPr/>
          </p:nvSpPr>
          <p:spPr>
            <a:xfrm>
              <a:off x="5943600" y="6761160"/>
              <a:ext cx="6247800" cy="96120"/>
            </a:xfrm>
            <a:prstGeom prst="rect">
              <a:avLst/>
            </a:prstGeom>
            <a:solidFill>
              <a:srgbClr val="004C8B"/>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ES_tradnl" sz="1800" b="0" u="none" strike="noStrike">
                <a:solidFill>
                  <a:schemeClr val="lt1"/>
                </a:solidFill>
                <a:effectLst/>
                <a:uFillTx/>
                <a:latin typeface="Calibri"/>
              </a:endParaRPr>
            </a:p>
          </p:txBody>
        </p:sp>
      </p:grpSp>
      <p:pic>
        <p:nvPicPr>
          <p:cNvPr id="177" name="Imagen 7"/>
          <p:cNvPicPr/>
          <p:nvPr/>
        </p:nvPicPr>
        <p:blipFill>
          <a:blip r:embed="rId1"/>
          <a:stretch/>
        </p:blipFill>
        <p:spPr>
          <a:xfrm>
            <a:off x="8872200" y="575640"/>
            <a:ext cx="2486160" cy="865080"/>
          </a:xfrm>
          <a:prstGeom prst="rect">
            <a:avLst/>
          </a:prstGeom>
          <a:noFill/>
          <a:ln w="0">
            <a:noFill/>
          </a:ln>
        </p:spPr>
      </p:pic>
      <p:pic>
        <p:nvPicPr>
          <p:cNvPr id="178" name="Imagen 8"/>
          <p:cNvPicPr/>
          <p:nvPr/>
        </p:nvPicPr>
        <p:blipFill>
          <a:blip r:embed="rId2"/>
          <a:stretch/>
        </p:blipFill>
        <p:spPr>
          <a:xfrm>
            <a:off x="10962000" y="3607560"/>
            <a:ext cx="511200" cy="2861640"/>
          </a:xfrm>
          <a:prstGeom prst="rect">
            <a:avLst/>
          </a:prstGeom>
          <a:noFill/>
          <a:ln w="0">
            <a:noFill/>
          </a:ln>
        </p:spPr>
      </p:pic>
      <p:pic>
        <p:nvPicPr>
          <p:cNvPr id="179" name="Imagen 11"/>
          <p:cNvPicPr/>
          <p:nvPr/>
        </p:nvPicPr>
        <p:blipFill>
          <a:blip r:embed="rId3"/>
          <a:stretch/>
        </p:blipFill>
        <p:spPr>
          <a:xfrm>
            <a:off x="2733120" y="3894480"/>
            <a:ext cx="6104520" cy="18525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Text Box 8"/>
          <p:cNvSpPr/>
          <p:nvPr/>
        </p:nvSpPr>
        <p:spPr>
          <a:xfrm>
            <a:off x="3303360" y="5887440"/>
            <a:ext cx="6857280" cy="4608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2400" b="1" u="none" strike="noStrike">
                <a:solidFill>
                  <a:schemeClr val="lt1"/>
                </a:solidFill>
                <a:effectLst/>
                <a:uFillTx/>
                <a:latin typeface="Arial"/>
              </a:rPr>
              <a:t>ARICA - CHILE</a:t>
            </a:r>
            <a:endParaRPr lang="es-ES" sz="2400" b="0" u="none" strike="noStrike">
              <a:solidFill>
                <a:srgbClr val="000000"/>
              </a:solidFill>
              <a:effectLst/>
              <a:uFillTx/>
              <a:latin typeface="Arial"/>
            </a:endParaRPr>
          </a:p>
        </p:txBody>
      </p:sp>
      <p:pic>
        <p:nvPicPr>
          <p:cNvPr id="181" name="Imagen 11"/>
          <p:cNvPicPr/>
          <p:nvPr/>
        </p:nvPicPr>
        <p:blipFill>
          <a:blip r:embed="rId1"/>
          <a:stretch/>
        </p:blipFill>
        <p:spPr>
          <a:xfrm>
            <a:off x="0" y="1080"/>
            <a:ext cx="12191400" cy="6430320"/>
          </a:xfrm>
          <a:prstGeom prst="rect">
            <a:avLst/>
          </a:prstGeom>
          <a:noFill/>
          <a:ln w="0">
            <a:noFill/>
          </a:ln>
        </p:spPr>
      </p:pic>
      <p:sp>
        <p:nvSpPr>
          <p:cNvPr id="182" name="Rectangle 18"/>
          <p:cNvSpPr/>
          <p:nvPr/>
        </p:nvSpPr>
        <p:spPr>
          <a:xfrm flipV="1">
            <a:off x="0" y="12240"/>
            <a:ext cx="5971680" cy="6416640"/>
          </a:xfrm>
          <a:prstGeom prst="rect">
            <a:avLst/>
          </a:prstGeom>
          <a:gradFill rotWithShape="0">
            <a:gsLst>
              <a:gs pos="32000">
                <a:srgbClr val="0070C0"/>
              </a:gs>
              <a:gs pos="100000">
                <a:srgbClr val="F6F8FC">
                  <a:alpha val="0"/>
                </a:srgbClr>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CL" sz="1800" b="0" u="none" strike="noStrike">
              <a:solidFill>
                <a:schemeClr val="lt1"/>
              </a:solidFill>
              <a:effectLst/>
              <a:uFillTx/>
              <a:latin typeface="Calibri"/>
            </a:endParaRPr>
          </a:p>
        </p:txBody>
      </p:sp>
      <p:sp>
        <p:nvSpPr>
          <p:cNvPr id="183" name="Rectangle 18"/>
          <p:cNvSpPr/>
          <p:nvPr/>
        </p:nvSpPr>
        <p:spPr>
          <a:xfrm flipV="1">
            <a:off x="0" y="5687280"/>
            <a:ext cx="12191400" cy="1169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s-CL" sz="1800" b="0" u="none" strike="noStrike">
              <a:solidFill>
                <a:schemeClr val="lt1"/>
              </a:solidFill>
              <a:effectLst/>
              <a:uFillTx/>
              <a:latin typeface="Calibri"/>
            </a:endParaRPr>
          </a:p>
        </p:txBody>
      </p:sp>
      <p:pic>
        <p:nvPicPr>
          <p:cNvPr id="184" name="Imagen 16"/>
          <p:cNvPicPr/>
          <p:nvPr/>
        </p:nvPicPr>
        <p:blipFill>
          <a:blip r:embed="rId2"/>
          <a:stretch/>
        </p:blipFill>
        <p:spPr>
          <a:xfrm>
            <a:off x="6732360" y="2950920"/>
            <a:ext cx="4281480" cy="1495800"/>
          </a:xfrm>
          <a:prstGeom prst="rect">
            <a:avLst/>
          </a:prstGeom>
          <a:noFill/>
          <a:ln w="0">
            <a:noFill/>
          </a:ln>
        </p:spPr>
      </p:pic>
      <p:pic>
        <p:nvPicPr>
          <p:cNvPr id="185" name="Imagen 2"/>
          <p:cNvPicPr/>
          <p:nvPr/>
        </p:nvPicPr>
        <p:blipFill>
          <a:blip r:embed="rId3">
            <a:alphaModFix amt="31000"/>
          </a:blip>
          <a:stretch/>
        </p:blipFill>
        <p:spPr>
          <a:xfrm>
            <a:off x="0" y="2419560"/>
            <a:ext cx="5965560" cy="1620360"/>
          </a:xfrm>
          <a:prstGeom prst="rect">
            <a:avLst/>
          </a:prstGeom>
          <a:noFill/>
          <a:ln w="0">
            <a:noFill/>
          </a:ln>
        </p:spPr>
      </p:pic>
      <p:pic>
        <p:nvPicPr>
          <p:cNvPr id="186" name="Imagen 4" descr="Interfaz de usuario gráfica, Aplicación&#10;&#10;Descripción generada automáticamente"/>
          <p:cNvPicPr/>
          <p:nvPr/>
        </p:nvPicPr>
        <p:blipFill>
          <a:blip r:embed="rId4"/>
          <a:stretch/>
        </p:blipFill>
        <p:spPr>
          <a:xfrm>
            <a:off x="953280" y="4230000"/>
            <a:ext cx="4059360" cy="14392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3310</TotalTime>
  <Application>LibreOffice/26.2.3.2$Linux_X86_64 LibreOffice_project/d4d5ed47b6084125f28d269a5650105d54dde034</Application>
  <AppVersion>15.0000</AppVersion>
  <Words>2212</Words>
  <Paragraphs>161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2019-05-21T16:47:52Z</dcterms:created>
  <dc:creator>Alejandro Rodriguez</dc:creator>
  <dc:description/>
  <dc:language>es-ES</dc:language>
  <cp:lastModifiedBy/>
  <dcterms:modified xsi:type="dcterms:W3CDTF">2026-06-01T12:57:29Z</dcterms:modified>
  <cp:revision>225</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25</vt:i4>
  </property>
  <property fmtid="{D5CDD505-2E9C-101B-9397-08002B2CF9AE}" pid="3" name="PresentationFormat">
    <vt:lpwstr>Panorámica</vt:lpwstr>
  </property>
  <property fmtid="{D5CDD505-2E9C-101B-9397-08002B2CF9AE}" pid="4" name="Slides">
    <vt:i4>25</vt:i4>
  </property>
</Properties>
</file>